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sHkaT_uL SiFaT" userId="27775010c4e50156" providerId="LiveId" clId="{5F5106BE-6AA4-4006-A9AA-6E8A0CF5D596}"/>
    <pc:docChg chg="undo custSel addSld modSld">
      <pc:chgData name="MisHkaT_uL SiFaT" userId="27775010c4e50156" providerId="LiveId" clId="{5F5106BE-6AA4-4006-A9AA-6E8A0CF5D596}" dt="2024-02-08T20:24:29.173" v="1047" actId="9405"/>
      <pc:docMkLst>
        <pc:docMk/>
      </pc:docMkLst>
      <pc:sldChg chg="modSp new mod">
        <pc:chgData name="MisHkaT_uL SiFaT" userId="27775010c4e50156" providerId="LiveId" clId="{5F5106BE-6AA4-4006-A9AA-6E8A0CF5D596}" dt="2024-01-16T16:08:17.912" v="41" actId="14100"/>
        <pc:sldMkLst>
          <pc:docMk/>
          <pc:sldMk cId="2249488586" sldId="256"/>
        </pc:sldMkLst>
        <pc:spChg chg="mod">
          <ac:chgData name="MisHkaT_uL SiFaT" userId="27775010c4e50156" providerId="LiveId" clId="{5F5106BE-6AA4-4006-A9AA-6E8A0CF5D596}" dt="2024-01-16T16:08:17.912" v="41" actId="14100"/>
          <ac:spMkLst>
            <pc:docMk/>
            <pc:sldMk cId="2249488586" sldId="256"/>
            <ac:spMk id="2" creationId="{3AF28B81-1F9F-9719-45E8-CB5FA6AB6216}"/>
          </ac:spMkLst>
        </pc:spChg>
        <pc:spChg chg="mod">
          <ac:chgData name="MisHkaT_uL SiFaT" userId="27775010c4e50156" providerId="LiveId" clId="{5F5106BE-6AA4-4006-A9AA-6E8A0CF5D596}" dt="2024-01-16T16:07:39.719" v="38" actId="207"/>
          <ac:spMkLst>
            <pc:docMk/>
            <pc:sldMk cId="2249488586" sldId="256"/>
            <ac:spMk id="3" creationId="{738DBFF9-75FD-EA19-ACE3-C69E8C10F91B}"/>
          </ac:spMkLst>
        </pc:spChg>
      </pc:sldChg>
      <pc:sldChg chg="addSp delSp modSp new mod modTransition setBg modClrScheme chgLayout modNotesTx">
        <pc:chgData name="MisHkaT_uL SiFaT" userId="27775010c4e50156" providerId="LiveId" clId="{5F5106BE-6AA4-4006-A9AA-6E8A0CF5D596}" dt="2024-02-08T20:24:10.907" v="1043"/>
        <pc:sldMkLst>
          <pc:docMk/>
          <pc:sldMk cId="1382807774" sldId="257"/>
        </pc:sldMkLst>
        <pc:spChg chg="add del mod">
          <ac:chgData name="MisHkaT_uL SiFaT" userId="27775010c4e50156" providerId="LiveId" clId="{5F5106BE-6AA4-4006-A9AA-6E8A0CF5D596}" dt="2024-01-16T16:11:21.402" v="82" actId="478"/>
          <ac:spMkLst>
            <pc:docMk/>
            <pc:sldMk cId="1382807774" sldId="257"/>
            <ac:spMk id="3" creationId="{47168B4E-8747-EA40-B47C-D2E30D905D65}"/>
          </ac:spMkLst>
        </pc:spChg>
        <pc:spChg chg="add del mod">
          <ac:chgData name="MisHkaT_uL SiFaT" userId="27775010c4e50156" providerId="LiveId" clId="{5F5106BE-6AA4-4006-A9AA-6E8A0CF5D596}" dt="2024-01-16T16:11:17.710" v="80" actId="478"/>
          <ac:spMkLst>
            <pc:docMk/>
            <pc:sldMk cId="1382807774" sldId="257"/>
            <ac:spMk id="5" creationId="{62ADE0F4-F85E-BC27-313E-DC51D36FE7F7}"/>
          </ac:spMkLst>
        </pc:spChg>
        <pc:spChg chg="add del mod ord">
          <ac:chgData name="MisHkaT_uL SiFaT" userId="27775010c4e50156" providerId="LiveId" clId="{5F5106BE-6AA4-4006-A9AA-6E8A0CF5D596}" dt="2024-01-16T16:11:09.515" v="76" actId="478"/>
          <ac:spMkLst>
            <pc:docMk/>
            <pc:sldMk cId="1382807774" sldId="257"/>
            <ac:spMk id="6" creationId="{4EF046B0-57A6-2A27-564F-46C5D6DBBCCB}"/>
          </ac:spMkLst>
        </pc:spChg>
        <pc:spChg chg="add del mod ord">
          <ac:chgData name="MisHkaT_uL SiFaT" userId="27775010c4e50156" providerId="LiveId" clId="{5F5106BE-6AA4-4006-A9AA-6E8A0CF5D596}" dt="2024-01-16T16:10:56.735" v="71" actId="478"/>
          <ac:spMkLst>
            <pc:docMk/>
            <pc:sldMk cId="1382807774" sldId="257"/>
            <ac:spMk id="7" creationId="{4849BAAF-D442-81C9-4D4D-19B467003CD2}"/>
          </ac:spMkLst>
        </pc:spChg>
        <pc:spChg chg="add del mod ord">
          <ac:chgData name="MisHkaT_uL SiFaT" userId="27775010c4e50156" providerId="LiveId" clId="{5F5106BE-6AA4-4006-A9AA-6E8A0CF5D596}" dt="2024-01-16T16:11:05.484" v="74" actId="478"/>
          <ac:spMkLst>
            <pc:docMk/>
            <pc:sldMk cId="1382807774" sldId="257"/>
            <ac:spMk id="8" creationId="{5312FF3B-9B81-A2AD-B24E-848A90F587A4}"/>
          </ac:spMkLst>
        </pc:spChg>
        <pc:spChg chg="add del mod ord">
          <ac:chgData name="MisHkaT_uL SiFaT" userId="27775010c4e50156" providerId="LiveId" clId="{5F5106BE-6AA4-4006-A9AA-6E8A0CF5D596}" dt="2024-01-16T16:31:54.906" v="372" actId="478"/>
          <ac:spMkLst>
            <pc:docMk/>
            <pc:sldMk cId="1382807774" sldId="257"/>
            <ac:spMk id="9" creationId="{31EE651B-6BD2-AE4C-26D0-6AF5A6CBE9B2}"/>
          </ac:spMkLst>
        </pc:spChg>
        <pc:spChg chg="add del mod">
          <ac:chgData name="MisHkaT_uL SiFaT" userId="27775010c4e50156" providerId="LiveId" clId="{5F5106BE-6AA4-4006-A9AA-6E8A0CF5D596}" dt="2024-01-16T16:14:05.245" v="101" actId="1032"/>
          <ac:spMkLst>
            <pc:docMk/>
            <pc:sldMk cId="1382807774" sldId="257"/>
            <ac:spMk id="10" creationId="{A444362B-A350-F5F9-E47B-255792BA5C2C}"/>
          </ac:spMkLst>
        </pc:spChg>
        <pc:spChg chg="add del mod">
          <ac:chgData name="MisHkaT_uL SiFaT" userId="27775010c4e50156" providerId="LiveId" clId="{5F5106BE-6AA4-4006-A9AA-6E8A0CF5D596}" dt="2024-01-16T16:17:24.524" v="144" actId="478"/>
          <ac:spMkLst>
            <pc:docMk/>
            <pc:sldMk cId="1382807774" sldId="257"/>
            <ac:spMk id="15" creationId="{84B0FD3A-A8B7-8DE6-55D5-6F5AC1143EEF}"/>
          </ac:spMkLst>
        </pc:spChg>
        <pc:spChg chg="add del">
          <ac:chgData name="MisHkaT_uL SiFaT" userId="27775010c4e50156" providerId="LiveId" clId="{5F5106BE-6AA4-4006-A9AA-6E8A0CF5D596}" dt="2024-01-16T16:16:47.975" v="132" actId="22"/>
          <ac:spMkLst>
            <pc:docMk/>
            <pc:sldMk cId="1382807774" sldId="257"/>
            <ac:spMk id="27" creationId="{33703F7E-B819-5DE2-78D7-11E91B26A9CF}"/>
          </ac:spMkLst>
        </pc:spChg>
        <pc:spChg chg="add del mod">
          <ac:chgData name="MisHkaT_uL SiFaT" userId="27775010c4e50156" providerId="LiveId" clId="{5F5106BE-6AA4-4006-A9AA-6E8A0CF5D596}" dt="2024-01-16T16:17:26.227" v="146" actId="478"/>
          <ac:spMkLst>
            <pc:docMk/>
            <pc:sldMk cId="1382807774" sldId="257"/>
            <ac:spMk id="31" creationId="{A6FF6088-8F4D-DB52-0288-4278C4E1CA00}"/>
          </ac:spMkLst>
        </pc:spChg>
        <pc:spChg chg="add del mod ord">
          <ac:chgData name="MisHkaT_uL SiFaT" userId="27775010c4e50156" providerId="LiveId" clId="{5F5106BE-6AA4-4006-A9AA-6E8A0CF5D596}" dt="2024-01-16T16:33:20.981" v="424" actId="21"/>
          <ac:spMkLst>
            <pc:docMk/>
            <pc:sldMk cId="1382807774" sldId="257"/>
            <ac:spMk id="42" creationId="{93369EBB-846E-74B5-D154-8FB35EAC065D}"/>
          </ac:spMkLst>
        </pc:spChg>
        <pc:spChg chg="add del mod">
          <ac:chgData name="MisHkaT_uL SiFaT" userId="27775010c4e50156" providerId="LiveId" clId="{5F5106BE-6AA4-4006-A9AA-6E8A0CF5D596}" dt="2024-01-16T16:32:02.314" v="374" actId="478"/>
          <ac:spMkLst>
            <pc:docMk/>
            <pc:sldMk cId="1382807774" sldId="257"/>
            <ac:spMk id="44" creationId="{D79BE696-63D5-A62D-2E8F-C1F487B98F0A}"/>
          </ac:spMkLst>
        </pc:spChg>
        <pc:spChg chg="add del mod">
          <ac:chgData name="MisHkaT_uL SiFaT" userId="27775010c4e50156" providerId="LiveId" clId="{5F5106BE-6AA4-4006-A9AA-6E8A0CF5D596}" dt="2024-01-16T16:39:28.331" v="776" actId="478"/>
          <ac:spMkLst>
            <pc:docMk/>
            <pc:sldMk cId="1382807774" sldId="257"/>
            <ac:spMk id="46" creationId="{5D796397-5620-4767-2147-836FF2CF7DD9}"/>
          </ac:spMkLst>
        </pc:spChg>
        <pc:spChg chg="add del mod">
          <ac:chgData name="MisHkaT_uL SiFaT" userId="27775010c4e50156" providerId="LiveId" clId="{5F5106BE-6AA4-4006-A9AA-6E8A0CF5D596}" dt="2024-01-16T16:38:00.132" v="725" actId="21"/>
          <ac:spMkLst>
            <pc:docMk/>
            <pc:sldMk cId="1382807774" sldId="257"/>
            <ac:spMk id="47" creationId="{93369EBB-846E-74B5-D154-8FB35EAC065D}"/>
          </ac:spMkLst>
        </pc:spChg>
        <pc:spChg chg="add del mod">
          <ac:chgData name="MisHkaT_uL SiFaT" userId="27775010c4e50156" providerId="LiveId" clId="{5F5106BE-6AA4-4006-A9AA-6E8A0CF5D596}" dt="2024-01-16T16:38:21.216" v="735" actId="478"/>
          <ac:spMkLst>
            <pc:docMk/>
            <pc:sldMk cId="1382807774" sldId="257"/>
            <ac:spMk id="48" creationId="{CCC46759-6CF5-7D25-CAB7-B34F8C805868}"/>
          </ac:spMkLst>
        </pc:spChg>
        <pc:spChg chg="add mod">
          <ac:chgData name="MisHkaT_uL SiFaT" userId="27775010c4e50156" providerId="LiveId" clId="{5F5106BE-6AA4-4006-A9AA-6E8A0CF5D596}" dt="2024-01-16T16:40:28.134" v="810" actId="20577"/>
          <ac:spMkLst>
            <pc:docMk/>
            <pc:sldMk cId="1382807774" sldId="257"/>
            <ac:spMk id="49" creationId="{9EF84382-88EB-173C-9D41-B26278B7A06C}"/>
          </ac:spMkLst>
        </pc:spChg>
        <pc:spChg chg="add del mod">
          <ac:chgData name="MisHkaT_uL SiFaT" userId="27775010c4e50156" providerId="LiveId" clId="{5F5106BE-6AA4-4006-A9AA-6E8A0CF5D596}" dt="2024-01-16T16:38:17.810" v="734" actId="478"/>
          <ac:spMkLst>
            <pc:docMk/>
            <pc:sldMk cId="1382807774" sldId="257"/>
            <ac:spMk id="50" creationId="{D614C46F-5180-095D-C2A8-C17169EB85F3}"/>
          </ac:spMkLst>
        </pc:spChg>
        <pc:spChg chg="add del mod">
          <ac:chgData name="MisHkaT_uL SiFaT" userId="27775010c4e50156" providerId="LiveId" clId="{5F5106BE-6AA4-4006-A9AA-6E8A0CF5D596}" dt="2024-01-16T16:38:14.419" v="733" actId="478"/>
          <ac:spMkLst>
            <pc:docMk/>
            <pc:sldMk cId="1382807774" sldId="257"/>
            <ac:spMk id="51" creationId="{026EEE36-91D0-E007-DD55-E31AE421A672}"/>
          </ac:spMkLst>
        </pc:spChg>
        <pc:spChg chg="add mod">
          <ac:chgData name="MisHkaT_uL SiFaT" userId="27775010c4e50156" providerId="LiveId" clId="{5F5106BE-6AA4-4006-A9AA-6E8A0CF5D596}" dt="2024-01-16T16:38:01.756" v="726"/>
          <ac:spMkLst>
            <pc:docMk/>
            <pc:sldMk cId="1382807774" sldId="257"/>
            <ac:spMk id="52" creationId="{93369EBB-846E-74B5-D154-8FB35EAC065D}"/>
          </ac:spMkLst>
        </pc:spChg>
        <pc:spChg chg="add mod">
          <ac:chgData name="MisHkaT_uL SiFaT" userId="27775010c4e50156" providerId="LiveId" clId="{5F5106BE-6AA4-4006-A9AA-6E8A0CF5D596}" dt="2024-01-16T16:38:45.060" v="744" actId="20577"/>
          <ac:spMkLst>
            <pc:docMk/>
            <pc:sldMk cId="1382807774" sldId="257"/>
            <ac:spMk id="53" creationId="{0F14F644-E6AD-18C8-72DF-14419FD814B0}"/>
          </ac:spMkLst>
        </pc:spChg>
        <pc:spChg chg="add mod">
          <ac:chgData name="MisHkaT_uL SiFaT" userId="27775010c4e50156" providerId="LiveId" clId="{5F5106BE-6AA4-4006-A9AA-6E8A0CF5D596}" dt="2024-01-16T16:39:18.215" v="775" actId="20577"/>
          <ac:spMkLst>
            <pc:docMk/>
            <pc:sldMk cId="1382807774" sldId="257"/>
            <ac:spMk id="54" creationId="{12CE663F-6499-5CC8-5A6F-8893AE9DCE59}"/>
          </ac:spMkLst>
        </pc:spChg>
        <pc:spChg chg="add mod">
          <ac:chgData name="MisHkaT_uL SiFaT" userId="27775010c4e50156" providerId="LiveId" clId="{5F5106BE-6AA4-4006-A9AA-6E8A0CF5D596}" dt="2024-01-16T16:38:53.890" v="753" actId="20577"/>
          <ac:spMkLst>
            <pc:docMk/>
            <pc:sldMk cId="1382807774" sldId="257"/>
            <ac:spMk id="55" creationId="{212AE25E-381F-91B0-6255-4ED61252135A}"/>
          </ac:spMkLst>
        </pc:spChg>
        <pc:spChg chg="add mod ord">
          <ac:chgData name="MisHkaT_uL SiFaT" userId="27775010c4e50156" providerId="LiveId" clId="{5F5106BE-6AA4-4006-A9AA-6E8A0CF5D596}" dt="2024-01-16T16:42:47.903" v="823" actId="1076"/>
          <ac:spMkLst>
            <pc:docMk/>
            <pc:sldMk cId="1382807774" sldId="257"/>
            <ac:spMk id="56" creationId="{F0F732D4-D4EC-BD8A-9BA2-E4398E80D693}"/>
          </ac:spMkLst>
        </pc:spChg>
        <pc:spChg chg="add mod ord">
          <ac:chgData name="MisHkaT_uL SiFaT" userId="27775010c4e50156" providerId="LiveId" clId="{5F5106BE-6AA4-4006-A9AA-6E8A0CF5D596}" dt="2024-01-16T16:44:16.986" v="856" actId="20577"/>
          <ac:spMkLst>
            <pc:docMk/>
            <pc:sldMk cId="1382807774" sldId="257"/>
            <ac:spMk id="57" creationId="{A53206DA-442B-565D-C962-84DCD16A243F}"/>
          </ac:spMkLst>
        </pc:spChg>
        <pc:graphicFrameChg chg="add del mod modGraphic">
          <ac:chgData name="MisHkaT_uL SiFaT" userId="27775010c4e50156" providerId="LiveId" clId="{5F5106BE-6AA4-4006-A9AA-6E8A0CF5D596}" dt="2024-01-16T16:14:44.499" v="105" actId="11529"/>
          <ac:graphicFrameMkLst>
            <pc:docMk/>
            <pc:sldMk cId="1382807774" sldId="257"/>
            <ac:graphicFrameMk id="14" creationId="{E6E84889-D163-B9DD-4ED1-0C2586B70F50}"/>
          </ac:graphicFrameMkLst>
        </pc:graphicFrameChg>
        <pc:graphicFrameChg chg="add del mod modGraphic">
          <ac:chgData name="MisHkaT_uL SiFaT" userId="27775010c4e50156" providerId="LiveId" clId="{5F5106BE-6AA4-4006-A9AA-6E8A0CF5D596}" dt="2024-01-16T16:17:22.807" v="142" actId="478"/>
          <ac:graphicFrameMkLst>
            <pc:docMk/>
            <pc:sldMk cId="1382807774" sldId="257"/>
            <ac:graphicFrameMk id="16" creationId="{F32C8D06-E885-B5D3-0D29-F0C794EBB544}"/>
          </ac:graphicFrameMkLst>
        </pc:graphicFrameChg>
        <pc:graphicFrameChg chg="add del mod">
          <ac:chgData name="MisHkaT_uL SiFaT" userId="27775010c4e50156" providerId="LiveId" clId="{5F5106BE-6AA4-4006-A9AA-6E8A0CF5D596}" dt="2024-01-16T16:16:22.080" v="128" actId="478"/>
          <ac:graphicFrameMkLst>
            <pc:docMk/>
            <pc:sldMk cId="1382807774" sldId="257"/>
            <ac:graphicFrameMk id="17" creationId="{95BE8B97-C2A9-D93E-FEA1-4B04D3592ECD}"/>
          </ac:graphicFrameMkLst>
        </pc:graphicFrameChg>
        <pc:graphicFrameChg chg="add del mod">
          <ac:chgData name="MisHkaT_uL SiFaT" userId="27775010c4e50156" providerId="LiveId" clId="{5F5106BE-6AA4-4006-A9AA-6E8A0CF5D596}" dt="2024-01-16T16:16:20.446" v="127" actId="478"/>
          <ac:graphicFrameMkLst>
            <pc:docMk/>
            <pc:sldMk cId="1382807774" sldId="257"/>
            <ac:graphicFrameMk id="18" creationId="{CF1AFE4F-60F6-FDBE-54DF-0633EA0DB2A5}"/>
          </ac:graphicFrameMkLst>
        </pc:graphicFrameChg>
        <pc:graphicFrameChg chg="add del mod">
          <ac:chgData name="MisHkaT_uL SiFaT" userId="27775010c4e50156" providerId="LiveId" clId="{5F5106BE-6AA4-4006-A9AA-6E8A0CF5D596}" dt="2024-01-16T16:16:18.343" v="126" actId="478"/>
          <ac:graphicFrameMkLst>
            <pc:docMk/>
            <pc:sldMk cId="1382807774" sldId="257"/>
            <ac:graphicFrameMk id="19" creationId="{5D53F9EC-2D5A-A25B-BAB9-45BC98D9ADC8}"/>
          </ac:graphicFrameMkLst>
        </pc:graphicFrameChg>
        <pc:graphicFrameChg chg="add del mod modGraphic">
          <ac:chgData name="MisHkaT_uL SiFaT" userId="27775010c4e50156" providerId="LiveId" clId="{5F5106BE-6AA4-4006-A9AA-6E8A0CF5D596}" dt="2024-01-16T16:15:58.187" v="122" actId="478"/>
          <ac:graphicFrameMkLst>
            <pc:docMk/>
            <pc:sldMk cId="1382807774" sldId="257"/>
            <ac:graphicFrameMk id="20" creationId="{6A98C2E0-155D-7EFB-800D-25392FB78D75}"/>
          </ac:graphicFrameMkLst>
        </pc:graphicFrameChg>
        <pc:graphicFrameChg chg="add del mod">
          <ac:chgData name="MisHkaT_uL SiFaT" userId="27775010c4e50156" providerId="LiveId" clId="{5F5106BE-6AA4-4006-A9AA-6E8A0CF5D596}" dt="2024-01-16T16:16:16.170" v="125" actId="478"/>
          <ac:graphicFrameMkLst>
            <pc:docMk/>
            <pc:sldMk cId="1382807774" sldId="257"/>
            <ac:graphicFrameMk id="21" creationId="{BCE4C7D8-7542-3FF6-E1FA-9A24C1D69E40}"/>
          </ac:graphicFrameMkLst>
        </pc:graphicFrameChg>
        <pc:graphicFrameChg chg="add del mod">
          <ac:chgData name="MisHkaT_uL SiFaT" userId="27775010c4e50156" providerId="LiveId" clId="{5F5106BE-6AA4-4006-A9AA-6E8A0CF5D596}" dt="2024-01-16T16:16:16.170" v="125" actId="478"/>
          <ac:graphicFrameMkLst>
            <pc:docMk/>
            <pc:sldMk cId="1382807774" sldId="257"/>
            <ac:graphicFrameMk id="22" creationId="{A8792CF1-D23B-3CA5-3BAE-92FAB5A4971E}"/>
          </ac:graphicFrameMkLst>
        </pc:graphicFrameChg>
        <pc:graphicFrameChg chg="add del mod">
          <ac:chgData name="MisHkaT_uL SiFaT" userId="27775010c4e50156" providerId="LiveId" clId="{5F5106BE-6AA4-4006-A9AA-6E8A0CF5D596}" dt="2024-01-16T16:16:20.446" v="127" actId="478"/>
          <ac:graphicFrameMkLst>
            <pc:docMk/>
            <pc:sldMk cId="1382807774" sldId="257"/>
            <ac:graphicFrameMk id="23" creationId="{9731688C-096F-866A-38A7-AD64E0843343}"/>
          </ac:graphicFrameMkLst>
        </pc:graphicFrameChg>
        <pc:graphicFrameChg chg="add del mod">
          <ac:chgData name="MisHkaT_uL SiFaT" userId="27775010c4e50156" providerId="LiveId" clId="{5F5106BE-6AA4-4006-A9AA-6E8A0CF5D596}" dt="2024-01-16T16:16:13.459" v="124" actId="478"/>
          <ac:graphicFrameMkLst>
            <pc:docMk/>
            <pc:sldMk cId="1382807774" sldId="257"/>
            <ac:graphicFrameMk id="24" creationId="{1AC6D713-FC8D-09C0-8711-F419787525F8}"/>
          </ac:graphicFrameMkLst>
        </pc:graphicFrameChg>
        <pc:graphicFrameChg chg="add del mod">
          <ac:chgData name="MisHkaT_uL SiFaT" userId="27775010c4e50156" providerId="LiveId" clId="{5F5106BE-6AA4-4006-A9AA-6E8A0CF5D596}" dt="2024-01-16T16:17:03.803" v="135" actId="21"/>
          <ac:graphicFrameMkLst>
            <pc:docMk/>
            <pc:sldMk cId="1382807774" sldId="257"/>
            <ac:graphicFrameMk id="25" creationId="{8CEEF9D9-A70A-3C95-74CB-B1B6FF57F11D}"/>
          </ac:graphicFrameMkLst>
        </pc:graphicFrameChg>
        <pc:graphicFrameChg chg="add del mod modGraphic">
          <ac:chgData name="MisHkaT_uL SiFaT" userId="27775010c4e50156" providerId="LiveId" clId="{5F5106BE-6AA4-4006-A9AA-6E8A0CF5D596}" dt="2024-01-16T16:17:30.402" v="147" actId="478"/>
          <ac:graphicFrameMkLst>
            <pc:docMk/>
            <pc:sldMk cId="1382807774" sldId="257"/>
            <ac:graphicFrameMk id="28" creationId="{8CEEF9D9-A70A-3C95-74CB-B1B6FF57F11D}"/>
          </ac:graphicFrameMkLst>
        </pc:graphicFrameChg>
        <pc:graphicFrameChg chg="add del mod modGraphic">
          <ac:chgData name="MisHkaT_uL SiFaT" userId="27775010c4e50156" providerId="LiveId" clId="{5F5106BE-6AA4-4006-A9AA-6E8A0CF5D596}" dt="2024-01-16T16:17:19.658" v="141" actId="478"/>
          <ac:graphicFrameMkLst>
            <pc:docMk/>
            <pc:sldMk cId="1382807774" sldId="257"/>
            <ac:graphicFrameMk id="29" creationId="{6A6A94DE-E4F5-C8B0-4C00-72A22D050911}"/>
          </ac:graphicFrameMkLst>
        </pc:graphicFrameChg>
        <pc:graphicFrameChg chg="add del mod modGraphic">
          <ac:chgData name="MisHkaT_uL SiFaT" userId="27775010c4e50156" providerId="LiveId" clId="{5F5106BE-6AA4-4006-A9AA-6E8A0CF5D596}" dt="2024-01-16T16:53:56.092" v="864" actId="21"/>
          <ac:graphicFrameMkLst>
            <pc:docMk/>
            <pc:sldMk cId="1382807774" sldId="257"/>
            <ac:graphicFrameMk id="32" creationId="{949FEF29-FBB7-6DA5-F020-AA53ACBAF781}"/>
          </ac:graphicFrameMkLst>
        </pc:graphicFrameChg>
        <pc:graphicFrameChg chg="add mod modGraphic">
          <ac:chgData name="MisHkaT_uL SiFaT" userId="27775010c4e50156" providerId="LiveId" clId="{5F5106BE-6AA4-4006-A9AA-6E8A0CF5D596}" dt="2024-01-16T16:21:08.294" v="205" actId="20577"/>
          <ac:graphicFrameMkLst>
            <pc:docMk/>
            <pc:sldMk cId="1382807774" sldId="257"/>
            <ac:graphicFrameMk id="33" creationId="{0D6917A5-7F70-CA30-D03E-314DA15205CC}"/>
          </ac:graphicFrameMkLst>
        </pc:graphicFrameChg>
        <pc:graphicFrameChg chg="add mod modGraphic">
          <ac:chgData name="MisHkaT_uL SiFaT" userId="27775010c4e50156" providerId="LiveId" clId="{5F5106BE-6AA4-4006-A9AA-6E8A0CF5D596}" dt="2024-01-16T16:20:58.493" v="199" actId="20577"/>
          <ac:graphicFrameMkLst>
            <pc:docMk/>
            <pc:sldMk cId="1382807774" sldId="257"/>
            <ac:graphicFrameMk id="34" creationId="{9541B50D-CD63-3F10-D32E-C5E3647BF768}"/>
          </ac:graphicFrameMkLst>
        </pc:graphicFrameChg>
        <pc:graphicFrameChg chg="add del mod modGraphic">
          <ac:chgData name="MisHkaT_uL SiFaT" userId="27775010c4e50156" providerId="LiveId" clId="{5F5106BE-6AA4-4006-A9AA-6E8A0CF5D596}" dt="2024-01-16T16:23:07.636" v="243" actId="21"/>
          <ac:graphicFrameMkLst>
            <pc:docMk/>
            <pc:sldMk cId="1382807774" sldId="257"/>
            <ac:graphicFrameMk id="35" creationId="{D0BEE6DC-CA82-88FB-99D1-246098CA8BFC}"/>
          </ac:graphicFrameMkLst>
        </pc:graphicFrameChg>
        <pc:graphicFrameChg chg="add mod modGraphic">
          <ac:chgData name="MisHkaT_uL SiFaT" userId="27775010c4e50156" providerId="LiveId" clId="{5F5106BE-6AA4-4006-A9AA-6E8A0CF5D596}" dt="2024-01-16T16:50:51.399" v="860" actId="14734"/>
          <ac:graphicFrameMkLst>
            <pc:docMk/>
            <pc:sldMk cId="1382807774" sldId="257"/>
            <ac:graphicFrameMk id="36" creationId="{486F448B-9365-B8A8-1D06-6E934B924156}"/>
          </ac:graphicFrameMkLst>
        </pc:graphicFrameChg>
        <pc:graphicFrameChg chg="add mod modGraphic">
          <ac:chgData name="MisHkaT_uL SiFaT" userId="27775010c4e50156" providerId="LiveId" clId="{5F5106BE-6AA4-4006-A9AA-6E8A0CF5D596}" dt="2024-01-16T16:24:15.479" v="263" actId="1076"/>
          <ac:graphicFrameMkLst>
            <pc:docMk/>
            <pc:sldMk cId="1382807774" sldId="257"/>
            <ac:graphicFrameMk id="37" creationId="{5E6759C8-F8CB-E76E-F34A-A9C751B9B3F8}"/>
          </ac:graphicFrameMkLst>
        </pc:graphicFrameChg>
        <pc:graphicFrameChg chg="add del mod modGraphic">
          <ac:chgData name="MisHkaT_uL SiFaT" userId="27775010c4e50156" providerId="LiveId" clId="{5F5106BE-6AA4-4006-A9AA-6E8A0CF5D596}" dt="2024-01-16T16:47:08.799" v="857" actId="21"/>
          <ac:graphicFrameMkLst>
            <pc:docMk/>
            <pc:sldMk cId="1382807774" sldId="257"/>
            <ac:graphicFrameMk id="38" creationId="{D0BEE6DC-CA82-88FB-99D1-246098CA8BFC}"/>
          </ac:graphicFrameMkLst>
        </pc:graphicFrameChg>
        <pc:graphicFrameChg chg="add mod modGraphic">
          <ac:chgData name="MisHkaT_uL SiFaT" userId="27775010c4e50156" providerId="LiveId" clId="{5F5106BE-6AA4-4006-A9AA-6E8A0CF5D596}" dt="2024-01-16T16:25:12.547" v="280" actId="20577"/>
          <ac:graphicFrameMkLst>
            <pc:docMk/>
            <pc:sldMk cId="1382807774" sldId="257"/>
            <ac:graphicFrameMk id="39" creationId="{A9C10029-A5A4-F4E2-BA7B-9F2FD9A64BF9}"/>
          </ac:graphicFrameMkLst>
        </pc:graphicFrameChg>
        <pc:graphicFrameChg chg="add mod modGraphic">
          <ac:chgData name="MisHkaT_uL SiFaT" userId="27775010c4e50156" providerId="LiveId" clId="{5F5106BE-6AA4-4006-A9AA-6E8A0CF5D596}" dt="2024-01-16T16:25:31.724" v="287" actId="20577"/>
          <ac:graphicFrameMkLst>
            <pc:docMk/>
            <pc:sldMk cId="1382807774" sldId="257"/>
            <ac:graphicFrameMk id="40" creationId="{5073FB4C-3482-7FEC-F3F4-6E63FE09EE3A}"/>
          </ac:graphicFrameMkLst>
        </pc:graphicFrameChg>
        <pc:graphicFrameChg chg="add del mod modGraphic">
          <ac:chgData name="MisHkaT_uL SiFaT" userId="27775010c4e50156" providerId="LiveId" clId="{5F5106BE-6AA4-4006-A9AA-6E8A0CF5D596}" dt="2024-01-16T16:30:52.061" v="359" actId="478"/>
          <ac:graphicFrameMkLst>
            <pc:docMk/>
            <pc:sldMk cId="1382807774" sldId="257"/>
            <ac:graphicFrameMk id="41" creationId="{3914ABEC-AB24-4857-23A0-C55FE0EBDD33}"/>
          </ac:graphicFrameMkLst>
        </pc:graphicFrameChg>
        <pc:graphicFrameChg chg="add mod">
          <ac:chgData name="MisHkaT_uL SiFaT" userId="27775010c4e50156" providerId="LiveId" clId="{5F5106BE-6AA4-4006-A9AA-6E8A0CF5D596}" dt="2024-01-16T16:47:10.169" v="858"/>
          <ac:graphicFrameMkLst>
            <pc:docMk/>
            <pc:sldMk cId="1382807774" sldId="257"/>
            <ac:graphicFrameMk id="58" creationId="{D0BEE6DC-CA82-88FB-99D1-246098CA8BFC}"/>
          </ac:graphicFrameMkLst>
        </pc:graphicFrameChg>
        <pc:graphicFrameChg chg="add mod">
          <ac:chgData name="MisHkaT_uL SiFaT" userId="27775010c4e50156" providerId="LiveId" clId="{5F5106BE-6AA4-4006-A9AA-6E8A0CF5D596}" dt="2024-01-16T16:54:12.986" v="865"/>
          <ac:graphicFrameMkLst>
            <pc:docMk/>
            <pc:sldMk cId="1382807774" sldId="257"/>
            <ac:graphicFrameMk id="60" creationId="{949FEF29-FBB7-6DA5-F020-AA53ACBAF781}"/>
          </ac:graphicFrameMkLst>
        </pc:graphicFrameChg>
        <pc:picChg chg="add mod">
          <ac:chgData name="MisHkaT_uL SiFaT" userId="27775010c4e50156" providerId="LiveId" clId="{5F5106BE-6AA4-4006-A9AA-6E8A0CF5D596}" dt="2024-01-16T16:51:29.123" v="862" actId="1076"/>
          <ac:picMkLst>
            <pc:docMk/>
            <pc:sldMk cId="1382807774" sldId="257"/>
            <ac:picMk id="59" creationId="{F23E99AC-D448-7C94-2799-BDAB417AE6AD}"/>
          </ac:picMkLst>
        </pc:picChg>
        <pc:picChg chg="add del">
          <ac:chgData name="MisHkaT_uL SiFaT" userId="27775010c4e50156" providerId="LiveId" clId="{5F5106BE-6AA4-4006-A9AA-6E8A0CF5D596}" dt="2024-01-16T16:54:15.079" v="866" actId="478"/>
          <ac:picMkLst>
            <pc:docMk/>
            <pc:sldMk cId="1382807774" sldId="257"/>
            <ac:picMk id="1026" creationId="{2CE2AD61-C5F1-C5B5-E2B2-DDCA0FE588B3}"/>
          </ac:picMkLst>
        </pc:picChg>
      </pc:sldChg>
      <pc:sldChg chg="addSp delSp modSp new mod modTransition chgLayout">
        <pc:chgData name="MisHkaT_uL SiFaT" userId="27775010c4e50156" providerId="LiveId" clId="{5F5106BE-6AA4-4006-A9AA-6E8A0CF5D596}" dt="2024-02-08T20:24:29.173" v="1047" actId="9405"/>
        <pc:sldMkLst>
          <pc:docMk/>
          <pc:sldMk cId="1240620231" sldId="258"/>
        </pc:sldMkLst>
        <pc:spChg chg="del">
          <ac:chgData name="MisHkaT_uL SiFaT" userId="27775010c4e50156" providerId="LiveId" clId="{5F5106BE-6AA4-4006-A9AA-6E8A0CF5D596}" dt="2024-02-08T20:03:11.621" v="876" actId="6264"/>
          <ac:spMkLst>
            <pc:docMk/>
            <pc:sldMk cId="1240620231" sldId="258"/>
            <ac:spMk id="2" creationId="{934826BC-C6F1-7A61-9BC6-4F8128316FC4}"/>
          </ac:spMkLst>
        </pc:spChg>
        <pc:spChg chg="mod ord">
          <ac:chgData name="MisHkaT_uL SiFaT" userId="27775010c4e50156" providerId="LiveId" clId="{5F5106BE-6AA4-4006-A9AA-6E8A0CF5D596}" dt="2024-02-08T20:19:26.307" v="944" actId="20577"/>
          <ac:spMkLst>
            <pc:docMk/>
            <pc:sldMk cId="1240620231" sldId="258"/>
            <ac:spMk id="3" creationId="{B5A7F680-6F10-F735-7DE3-335F0713B0A3}"/>
          </ac:spMkLst>
        </pc:spChg>
        <pc:spChg chg="add del mod">
          <ac:chgData name="MisHkaT_uL SiFaT" userId="27775010c4e50156" providerId="LiveId" clId="{5F5106BE-6AA4-4006-A9AA-6E8A0CF5D596}" dt="2024-02-08T20:03:11.621" v="876" actId="6264"/>
          <ac:spMkLst>
            <pc:docMk/>
            <pc:sldMk cId="1240620231" sldId="258"/>
            <ac:spMk id="4" creationId="{9C950C5F-9634-ED4E-81EE-56859A70E28C}"/>
          </ac:spMkLst>
        </pc:spChg>
        <pc:spChg chg="add mod ord">
          <ac:chgData name="MisHkaT_uL SiFaT" userId="27775010c4e50156" providerId="LiveId" clId="{5F5106BE-6AA4-4006-A9AA-6E8A0CF5D596}" dt="2024-02-08T20:03:11.621" v="876" actId="6264"/>
          <ac:spMkLst>
            <pc:docMk/>
            <pc:sldMk cId="1240620231" sldId="258"/>
            <ac:spMk id="5" creationId="{5F7BC383-2BAA-2F57-82A2-80163895393D}"/>
          </ac:spMkLst>
        </pc:spChg>
        <pc:spChg chg="mod">
          <ac:chgData name="MisHkaT_uL SiFaT" userId="27775010c4e50156" providerId="LiveId" clId="{5F5106BE-6AA4-4006-A9AA-6E8A0CF5D596}" dt="2024-02-08T20:21:40.670" v="1006" actId="6549"/>
          <ac:spMkLst>
            <pc:docMk/>
            <pc:sldMk cId="1240620231" sldId="258"/>
            <ac:spMk id="10" creationId="{BAD57450-A5F3-54AF-C0F4-0208A5626069}"/>
          </ac:spMkLst>
        </pc:spChg>
        <pc:spChg chg="add del mod">
          <ac:chgData name="MisHkaT_uL SiFaT" userId="27775010c4e50156" providerId="LiveId" clId="{5F5106BE-6AA4-4006-A9AA-6E8A0CF5D596}" dt="2024-02-08T20:21:01.171" v="954" actId="21"/>
          <ac:spMkLst>
            <pc:docMk/>
            <pc:sldMk cId="1240620231" sldId="258"/>
            <ac:spMk id="12" creationId="{906575E7-1D98-35D6-B8FF-65B8B4559669}"/>
          </ac:spMkLst>
        </pc:spChg>
        <pc:spChg chg="add mod">
          <ac:chgData name="MisHkaT_uL SiFaT" userId="27775010c4e50156" providerId="LiveId" clId="{5F5106BE-6AA4-4006-A9AA-6E8A0CF5D596}" dt="2024-02-08T20:21:48.543" v="1007" actId="1076"/>
          <ac:spMkLst>
            <pc:docMk/>
            <pc:sldMk cId="1240620231" sldId="258"/>
            <ac:spMk id="16" creationId="{6E9ABBD6-84CB-8345-9F09-AE8376912595}"/>
          </ac:spMkLst>
        </pc:spChg>
        <pc:spChg chg="add mod">
          <ac:chgData name="MisHkaT_uL SiFaT" userId="27775010c4e50156" providerId="LiveId" clId="{5F5106BE-6AA4-4006-A9AA-6E8A0CF5D596}" dt="2024-02-08T20:23:03.506" v="1023"/>
          <ac:spMkLst>
            <pc:docMk/>
            <pc:sldMk cId="1240620231" sldId="258"/>
            <ac:spMk id="33" creationId="{F315536D-44EB-0449-9930-5872B3408B44}"/>
          </ac:spMkLst>
        </pc:spChg>
        <pc:spChg chg="add mod">
          <ac:chgData name="MisHkaT_uL SiFaT" userId="27775010c4e50156" providerId="LiveId" clId="{5F5106BE-6AA4-4006-A9AA-6E8A0CF5D596}" dt="2024-02-08T20:23:07.335" v="1025"/>
          <ac:spMkLst>
            <pc:docMk/>
            <pc:sldMk cId="1240620231" sldId="258"/>
            <ac:spMk id="35" creationId="{F060DDF9-7DC6-5851-E2DB-439E50A95175}"/>
          </ac:spMkLst>
        </pc:spChg>
        <pc:spChg chg="add mod">
          <ac:chgData name="MisHkaT_uL SiFaT" userId="27775010c4e50156" providerId="LiveId" clId="{5F5106BE-6AA4-4006-A9AA-6E8A0CF5D596}" dt="2024-02-08T20:23:19.303" v="1029"/>
          <ac:spMkLst>
            <pc:docMk/>
            <pc:sldMk cId="1240620231" sldId="258"/>
            <ac:spMk id="39" creationId="{976B1C26-0EC9-B773-28E0-7F83E7257753}"/>
          </ac:spMkLst>
        </pc:spChg>
        <pc:spChg chg="add mod">
          <ac:chgData name="MisHkaT_uL SiFaT" userId="27775010c4e50156" providerId="LiveId" clId="{5F5106BE-6AA4-4006-A9AA-6E8A0CF5D596}" dt="2024-02-08T20:23:23.996" v="1031"/>
          <ac:spMkLst>
            <pc:docMk/>
            <pc:sldMk cId="1240620231" sldId="258"/>
            <ac:spMk id="41" creationId="{A6651298-9A34-6DC7-AC6C-5B7388ECBD27}"/>
          </ac:spMkLst>
        </pc:spChg>
        <pc:spChg chg="add mod">
          <ac:chgData name="MisHkaT_uL SiFaT" userId="27775010c4e50156" providerId="LiveId" clId="{5F5106BE-6AA4-4006-A9AA-6E8A0CF5D596}" dt="2024-02-08T20:23:27.903" v="1033"/>
          <ac:spMkLst>
            <pc:docMk/>
            <pc:sldMk cId="1240620231" sldId="258"/>
            <ac:spMk id="43" creationId="{36A1EAC7-F436-0CF6-FE5B-74217F2033D1}"/>
          </ac:spMkLst>
        </pc:spChg>
        <pc:spChg chg="add mod">
          <ac:chgData name="MisHkaT_uL SiFaT" userId="27775010c4e50156" providerId="LiveId" clId="{5F5106BE-6AA4-4006-A9AA-6E8A0CF5D596}" dt="2024-02-08T20:23:33.284" v="1035"/>
          <ac:spMkLst>
            <pc:docMk/>
            <pc:sldMk cId="1240620231" sldId="258"/>
            <ac:spMk id="45" creationId="{106ADB38-2CE5-037B-A502-181DF9DC4F92}"/>
          </ac:spMkLst>
        </pc:spChg>
        <pc:spChg chg="add mod">
          <ac:chgData name="MisHkaT_uL SiFaT" userId="27775010c4e50156" providerId="LiveId" clId="{5F5106BE-6AA4-4006-A9AA-6E8A0CF5D596}" dt="2024-02-08T20:23:37.238" v="1037"/>
          <ac:spMkLst>
            <pc:docMk/>
            <pc:sldMk cId="1240620231" sldId="258"/>
            <ac:spMk id="47" creationId="{03C9D030-FECB-249D-3FAD-C4D356B6638D}"/>
          </ac:spMkLst>
        </pc:spChg>
        <pc:spChg chg="add mod">
          <ac:chgData name="MisHkaT_uL SiFaT" userId="27775010c4e50156" providerId="LiveId" clId="{5F5106BE-6AA4-4006-A9AA-6E8A0CF5D596}" dt="2024-02-08T20:23:42.602" v="1039"/>
          <ac:spMkLst>
            <pc:docMk/>
            <pc:sldMk cId="1240620231" sldId="258"/>
            <ac:spMk id="49" creationId="{A2E925C1-3D0D-2165-F09C-34F532F07EEF}"/>
          </ac:spMkLst>
        </pc:spChg>
        <pc:grpChg chg="del mod">
          <ac:chgData name="MisHkaT_uL SiFaT" userId="27775010c4e50156" providerId="LiveId" clId="{5F5106BE-6AA4-4006-A9AA-6E8A0CF5D596}" dt="2024-02-08T20:19:52.774" v="946"/>
          <ac:grpSpMkLst>
            <pc:docMk/>
            <pc:sldMk cId="1240620231" sldId="258"/>
            <ac:grpSpMk id="9" creationId="{8B777635-D3FC-6B2B-C572-2B75C5D2037D}"/>
          </ac:grpSpMkLst>
        </pc:grpChg>
        <pc:grpChg chg="del mod">
          <ac:chgData name="MisHkaT_uL SiFaT" userId="27775010c4e50156" providerId="LiveId" clId="{5F5106BE-6AA4-4006-A9AA-6E8A0CF5D596}" dt="2024-02-08T20:22:58.765" v="1021"/>
          <ac:grpSpMkLst>
            <pc:docMk/>
            <pc:sldMk cId="1240620231" sldId="258"/>
            <ac:grpSpMk id="29" creationId="{B796023C-0FF0-EC87-2AA5-539CCBC87835}"/>
          </ac:grpSpMkLst>
        </pc:grpChg>
        <pc:grpChg chg="del mod">
          <ac:chgData name="MisHkaT_uL SiFaT" userId="27775010c4e50156" providerId="LiveId" clId="{5F5106BE-6AA4-4006-A9AA-6E8A0CF5D596}" dt="2024-02-08T20:23:11.942" v="1027"/>
          <ac:grpSpMkLst>
            <pc:docMk/>
            <pc:sldMk cId="1240620231" sldId="258"/>
            <ac:grpSpMk id="31" creationId="{B6C13C91-FF37-4E4C-805A-CC92971F8C22}"/>
          </ac:grpSpMkLst>
        </pc:grpChg>
        <pc:grpChg chg="mod">
          <ac:chgData name="MisHkaT_uL SiFaT" userId="27775010c4e50156" providerId="LiveId" clId="{5F5106BE-6AA4-4006-A9AA-6E8A0CF5D596}" dt="2024-02-08T20:23:11.942" v="1027"/>
          <ac:grpSpMkLst>
            <pc:docMk/>
            <pc:sldMk cId="1240620231" sldId="258"/>
            <ac:grpSpMk id="37" creationId="{5A0C17FB-93A1-473B-58AB-7297D3EAB761}"/>
          </ac:grpSpMkLst>
        </pc:grpChg>
        <pc:inkChg chg="add del">
          <ac:chgData name="MisHkaT_uL SiFaT" userId="27775010c4e50156" providerId="LiveId" clId="{5F5106BE-6AA4-4006-A9AA-6E8A0CF5D596}" dt="2024-02-08T20:19:52.774" v="947"/>
          <ac:inkMkLst>
            <pc:docMk/>
            <pc:sldMk cId="1240620231" sldId="258"/>
            <ac:inkMk id="6" creationId="{BB3581DA-E32E-4A7D-4AE1-8A68AA78A963}"/>
          </ac:inkMkLst>
        </pc:inkChg>
        <pc:inkChg chg="add del mod">
          <ac:chgData name="MisHkaT_uL SiFaT" userId="27775010c4e50156" providerId="LiveId" clId="{5F5106BE-6AA4-4006-A9AA-6E8A0CF5D596}" dt="2024-02-08T20:19:52.774" v="948"/>
          <ac:inkMkLst>
            <pc:docMk/>
            <pc:sldMk cId="1240620231" sldId="258"/>
            <ac:inkMk id="7" creationId="{D2CAAA20-F0B6-7A6E-49B8-B536C95A3A8E}"/>
          </ac:inkMkLst>
        </pc:inkChg>
        <pc:inkChg chg="add del mod">
          <ac:chgData name="MisHkaT_uL SiFaT" userId="27775010c4e50156" providerId="LiveId" clId="{5F5106BE-6AA4-4006-A9AA-6E8A0CF5D596}" dt="2024-02-08T20:19:52.774" v="946"/>
          <ac:inkMkLst>
            <pc:docMk/>
            <pc:sldMk cId="1240620231" sldId="258"/>
            <ac:inkMk id="8" creationId="{6D6F3BF1-A49B-63CD-7F36-7104325ED960}"/>
          </ac:inkMkLst>
        </pc:inkChg>
        <pc:inkChg chg="add del">
          <ac:chgData name="MisHkaT_uL SiFaT" userId="27775010c4e50156" providerId="LiveId" clId="{5F5106BE-6AA4-4006-A9AA-6E8A0CF5D596}" dt="2024-02-08T20:12:38.771" v="928"/>
          <ac:inkMkLst>
            <pc:docMk/>
            <pc:sldMk cId="1240620231" sldId="258"/>
            <ac:inkMk id="11" creationId="{BF6ED409-7C76-7EAC-22DD-00B54065AA99}"/>
          </ac:inkMkLst>
        </pc:inkChg>
        <pc:inkChg chg="add del">
          <ac:chgData name="MisHkaT_uL SiFaT" userId="27775010c4e50156" providerId="LiveId" clId="{5F5106BE-6AA4-4006-A9AA-6E8A0CF5D596}" dt="2024-02-08T20:19:46.660" v="945" actId="478"/>
          <ac:inkMkLst>
            <pc:docMk/>
            <pc:sldMk cId="1240620231" sldId="258"/>
            <ac:inkMk id="13" creationId="{2D7778F0-24CD-55A8-AB56-FE2D96C218EB}"/>
          </ac:inkMkLst>
        </pc:inkChg>
        <pc:inkChg chg="add del">
          <ac:chgData name="MisHkaT_uL SiFaT" userId="27775010c4e50156" providerId="LiveId" clId="{5F5106BE-6AA4-4006-A9AA-6E8A0CF5D596}" dt="2024-02-08T20:19:46.660" v="945" actId="478"/>
          <ac:inkMkLst>
            <pc:docMk/>
            <pc:sldMk cId="1240620231" sldId="258"/>
            <ac:inkMk id="14" creationId="{1FAB2A93-2FF2-1288-40E6-E5435F24D09D}"/>
          </ac:inkMkLst>
        </pc:inkChg>
        <pc:inkChg chg="add del">
          <ac:chgData name="MisHkaT_uL SiFaT" userId="27775010c4e50156" providerId="LiveId" clId="{5F5106BE-6AA4-4006-A9AA-6E8A0CF5D596}" dt="2024-02-08T20:12:48.501" v="932"/>
          <ac:inkMkLst>
            <pc:docMk/>
            <pc:sldMk cId="1240620231" sldId="258"/>
            <ac:inkMk id="15" creationId="{262EE826-49EF-3081-F588-2EE0CC281D13}"/>
          </ac:inkMkLst>
        </pc:inkChg>
        <pc:inkChg chg="add del mod">
          <ac:chgData name="MisHkaT_uL SiFaT" userId="27775010c4e50156" providerId="LiveId" clId="{5F5106BE-6AA4-4006-A9AA-6E8A0CF5D596}" dt="2024-02-08T20:20:51.751" v="953" actId="21"/>
          <ac:inkMkLst>
            <pc:docMk/>
            <pc:sldMk cId="1240620231" sldId="258"/>
            <ac:inkMk id="17" creationId="{F8BB4C8A-0777-155B-07D7-069DD82816F5}"/>
          </ac:inkMkLst>
        </pc:inkChg>
        <pc:inkChg chg="add">
          <ac:chgData name="MisHkaT_uL SiFaT" userId="27775010c4e50156" providerId="LiveId" clId="{5F5106BE-6AA4-4006-A9AA-6E8A0CF5D596}" dt="2024-02-08T20:21:57.552" v="1008" actId="9405"/>
          <ac:inkMkLst>
            <pc:docMk/>
            <pc:sldMk cId="1240620231" sldId="258"/>
            <ac:inkMk id="18" creationId="{F5FEC2FE-21A6-ECEB-8423-2E4674591877}"/>
          </ac:inkMkLst>
        </pc:inkChg>
        <pc:inkChg chg="add">
          <ac:chgData name="MisHkaT_uL SiFaT" userId="27775010c4e50156" providerId="LiveId" clId="{5F5106BE-6AA4-4006-A9AA-6E8A0CF5D596}" dt="2024-02-08T20:22:03.888" v="1009" actId="9405"/>
          <ac:inkMkLst>
            <pc:docMk/>
            <pc:sldMk cId="1240620231" sldId="258"/>
            <ac:inkMk id="19" creationId="{918B3FC4-B363-D6E7-33DA-9F7C12992A64}"/>
          </ac:inkMkLst>
        </pc:inkChg>
        <pc:inkChg chg="add">
          <ac:chgData name="MisHkaT_uL SiFaT" userId="27775010c4e50156" providerId="LiveId" clId="{5F5106BE-6AA4-4006-A9AA-6E8A0CF5D596}" dt="2024-02-08T20:22:19.752" v="1010" actId="9405"/>
          <ac:inkMkLst>
            <pc:docMk/>
            <pc:sldMk cId="1240620231" sldId="258"/>
            <ac:inkMk id="20" creationId="{1B4E4F2A-2910-67F7-A40E-3150BB85CEB5}"/>
          </ac:inkMkLst>
        </pc:inkChg>
        <pc:inkChg chg="add">
          <ac:chgData name="MisHkaT_uL SiFaT" userId="27775010c4e50156" providerId="LiveId" clId="{5F5106BE-6AA4-4006-A9AA-6E8A0CF5D596}" dt="2024-02-08T20:22:34.087" v="1011" actId="9405"/>
          <ac:inkMkLst>
            <pc:docMk/>
            <pc:sldMk cId="1240620231" sldId="258"/>
            <ac:inkMk id="21" creationId="{6A6ABCC6-EE20-8BFF-0F52-E68AC1F0A6E9}"/>
          </ac:inkMkLst>
        </pc:inkChg>
        <pc:inkChg chg="add">
          <ac:chgData name="MisHkaT_uL SiFaT" userId="27775010c4e50156" providerId="LiveId" clId="{5F5106BE-6AA4-4006-A9AA-6E8A0CF5D596}" dt="2024-02-08T20:22:36.312" v="1012" actId="9405"/>
          <ac:inkMkLst>
            <pc:docMk/>
            <pc:sldMk cId="1240620231" sldId="258"/>
            <ac:inkMk id="22" creationId="{7BF2F04F-47A4-B462-F422-8E65D0077BB2}"/>
          </ac:inkMkLst>
        </pc:inkChg>
        <pc:inkChg chg="add">
          <ac:chgData name="MisHkaT_uL SiFaT" userId="27775010c4e50156" providerId="LiveId" clId="{5F5106BE-6AA4-4006-A9AA-6E8A0CF5D596}" dt="2024-02-08T20:22:38.137" v="1013" actId="9405"/>
          <ac:inkMkLst>
            <pc:docMk/>
            <pc:sldMk cId="1240620231" sldId="258"/>
            <ac:inkMk id="23" creationId="{0F7EA759-1EAB-ED32-BD3D-61D8588AA341}"/>
          </ac:inkMkLst>
        </pc:inkChg>
        <pc:inkChg chg="add">
          <ac:chgData name="MisHkaT_uL SiFaT" userId="27775010c4e50156" providerId="LiveId" clId="{5F5106BE-6AA4-4006-A9AA-6E8A0CF5D596}" dt="2024-02-08T20:22:41.554" v="1014" actId="9405"/>
          <ac:inkMkLst>
            <pc:docMk/>
            <pc:sldMk cId="1240620231" sldId="258"/>
            <ac:inkMk id="24" creationId="{61C142BD-7181-091D-1061-BE6AD2233117}"/>
          </ac:inkMkLst>
        </pc:inkChg>
        <pc:inkChg chg="add">
          <ac:chgData name="MisHkaT_uL SiFaT" userId="27775010c4e50156" providerId="LiveId" clId="{5F5106BE-6AA4-4006-A9AA-6E8A0CF5D596}" dt="2024-02-08T20:22:43.518" v="1015" actId="9405"/>
          <ac:inkMkLst>
            <pc:docMk/>
            <pc:sldMk cId="1240620231" sldId="258"/>
            <ac:inkMk id="25" creationId="{5E009757-C062-C208-A86E-9E89946C091A}"/>
          </ac:inkMkLst>
        </pc:inkChg>
        <pc:inkChg chg="add mod">
          <ac:chgData name="MisHkaT_uL SiFaT" userId="27775010c4e50156" providerId="LiveId" clId="{5F5106BE-6AA4-4006-A9AA-6E8A0CF5D596}" dt="2024-02-08T20:23:11.942" v="1027"/>
          <ac:inkMkLst>
            <pc:docMk/>
            <pc:sldMk cId="1240620231" sldId="258"/>
            <ac:inkMk id="26" creationId="{9243D2E7-51C4-3088-BB9B-4894C31C2048}"/>
          </ac:inkMkLst>
        </pc:inkChg>
        <pc:inkChg chg="add mod">
          <ac:chgData name="MisHkaT_uL SiFaT" userId="27775010c4e50156" providerId="LiveId" clId="{5F5106BE-6AA4-4006-A9AA-6E8A0CF5D596}" dt="2024-02-08T20:23:11.942" v="1027"/>
          <ac:inkMkLst>
            <pc:docMk/>
            <pc:sldMk cId="1240620231" sldId="258"/>
            <ac:inkMk id="27" creationId="{DB85A770-DDA0-6D99-A2D0-965BD7C79056}"/>
          </ac:inkMkLst>
        </pc:inkChg>
        <pc:inkChg chg="add mod">
          <ac:chgData name="MisHkaT_uL SiFaT" userId="27775010c4e50156" providerId="LiveId" clId="{5F5106BE-6AA4-4006-A9AA-6E8A0CF5D596}" dt="2024-02-08T20:23:11.942" v="1027"/>
          <ac:inkMkLst>
            <pc:docMk/>
            <pc:sldMk cId="1240620231" sldId="258"/>
            <ac:inkMk id="28" creationId="{5BFEC166-7E8B-E089-F533-55E341D47C27}"/>
          </ac:inkMkLst>
        </pc:inkChg>
        <pc:inkChg chg="add mod">
          <ac:chgData name="MisHkaT_uL SiFaT" userId="27775010c4e50156" providerId="LiveId" clId="{5F5106BE-6AA4-4006-A9AA-6E8A0CF5D596}" dt="2024-02-08T20:23:11.942" v="1027"/>
          <ac:inkMkLst>
            <pc:docMk/>
            <pc:sldMk cId="1240620231" sldId="258"/>
            <ac:inkMk id="30" creationId="{B176FB41-9A7A-06D9-3660-EA868FC26D9B}"/>
          </ac:inkMkLst>
        </pc:inkChg>
        <pc:inkChg chg="add del">
          <ac:chgData name="MisHkaT_uL SiFaT" userId="27775010c4e50156" providerId="LiveId" clId="{5F5106BE-6AA4-4006-A9AA-6E8A0CF5D596}" dt="2024-02-08T20:23:03.506" v="1023"/>
          <ac:inkMkLst>
            <pc:docMk/>
            <pc:sldMk cId="1240620231" sldId="258"/>
            <ac:inkMk id="32" creationId="{58499F9C-6B07-FA3E-2E31-E3E7A60A58B1}"/>
          </ac:inkMkLst>
        </pc:inkChg>
        <pc:inkChg chg="add del">
          <ac:chgData name="MisHkaT_uL SiFaT" userId="27775010c4e50156" providerId="LiveId" clId="{5F5106BE-6AA4-4006-A9AA-6E8A0CF5D596}" dt="2024-02-08T20:23:07.335" v="1025"/>
          <ac:inkMkLst>
            <pc:docMk/>
            <pc:sldMk cId="1240620231" sldId="258"/>
            <ac:inkMk id="34" creationId="{231853AE-2C81-7B41-DEA4-236F5A9F62D2}"/>
          </ac:inkMkLst>
        </pc:inkChg>
        <pc:inkChg chg="add mod">
          <ac:chgData name="MisHkaT_uL SiFaT" userId="27775010c4e50156" providerId="LiveId" clId="{5F5106BE-6AA4-4006-A9AA-6E8A0CF5D596}" dt="2024-02-08T20:23:11.942" v="1027"/>
          <ac:inkMkLst>
            <pc:docMk/>
            <pc:sldMk cId="1240620231" sldId="258"/>
            <ac:inkMk id="36" creationId="{E2BB8CB3-DB5E-8FA9-5A1D-496BD4C265B1}"/>
          </ac:inkMkLst>
        </pc:inkChg>
        <pc:inkChg chg="add del">
          <ac:chgData name="MisHkaT_uL SiFaT" userId="27775010c4e50156" providerId="LiveId" clId="{5F5106BE-6AA4-4006-A9AA-6E8A0CF5D596}" dt="2024-02-08T20:23:19.303" v="1029"/>
          <ac:inkMkLst>
            <pc:docMk/>
            <pc:sldMk cId="1240620231" sldId="258"/>
            <ac:inkMk id="38" creationId="{F7A98930-8B6E-49B1-9F1F-90B39C32B892}"/>
          </ac:inkMkLst>
        </pc:inkChg>
        <pc:inkChg chg="add del">
          <ac:chgData name="MisHkaT_uL SiFaT" userId="27775010c4e50156" providerId="LiveId" clId="{5F5106BE-6AA4-4006-A9AA-6E8A0CF5D596}" dt="2024-02-08T20:23:23.996" v="1031"/>
          <ac:inkMkLst>
            <pc:docMk/>
            <pc:sldMk cId="1240620231" sldId="258"/>
            <ac:inkMk id="40" creationId="{FE06E70F-DF34-BADE-5EEB-5AC130EDC54F}"/>
          </ac:inkMkLst>
        </pc:inkChg>
        <pc:inkChg chg="add del">
          <ac:chgData name="MisHkaT_uL SiFaT" userId="27775010c4e50156" providerId="LiveId" clId="{5F5106BE-6AA4-4006-A9AA-6E8A0CF5D596}" dt="2024-02-08T20:23:27.903" v="1033"/>
          <ac:inkMkLst>
            <pc:docMk/>
            <pc:sldMk cId="1240620231" sldId="258"/>
            <ac:inkMk id="42" creationId="{584D0E3C-4D20-8AFB-E3BF-0CA6ABDB67E6}"/>
          </ac:inkMkLst>
        </pc:inkChg>
        <pc:inkChg chg="add del">
          <ac:chgData name="MisHkaT_uL SiFaT" userId="27775010c4e50156" providerId="LiveId" clId="{5F5106BE-6AA4-4006-A9AA-6E8A0CF5D596}" dt="2024-02-08T20:23:33.284" v="1035"/>
          <ac:inkMkLst>
            <pc:docMk/>
            <pc:sldMk cId="1240620231" sldId="258"/>
            <ac:inkMk id="44" creationId="{B319D107-EA69-E86F-CA4D-C466D5809B38}"/>
          </ac:inkMkLst>
        </pc:inkChg>
        <pc:inkChg chg="add del">
          <ac:chgData name="MisHkaT_uL SiFaT" userId="27775010c4e50156" providerId="LiveId" clId="{5F5106BE-6AA4-4006-A9AA-6E8A0CF5D596}" dt="2024-02-08T20:23:37.238" v="1037"/>
          <ac:inkMkLst>
            <pc:docMk/>
            <pc:sldMk cId="1240620231" sldId="258"/>
            <ac:inkMk id="46" creationId="{715637B0-FC45-1CC4-7892-E68B7E47CA87}"/>
          </ac:inkMkLst>
        </pc:inkChg>
        <pc:inkChg chg="add del">
          <ac:chgData name="MisHkaT_uL SiFaT" userId="27775010c4e50156" providerId="LiveId" clId="{5F5106BE-6AA4-4006-A9AA-6E8A0CF5D596}" dt="2024-02-08T20:23:42.602" v="1039"/>
          <ac:inkMkLst>
            <pc:docMk/>
            <pc:sldMk cId="1240620231" sldId="258"/>
            <ac:inkMk id="48" creationId="{B1AC37E3-E20A-57D3-7AC3-E0C3682D316B}"/>
          </ac:inkMkLst>
        </pc:inkChg>
        <pc:inkChg chg="add">
          <ac:chgData name="MisHkaT_uL SiFaT" userId="27775010c4e50156" providerId="LiveId" clId="{5F5106BE-6AA4-4006-A9AA-6E8A0CF5D596}" dt="2024-02-08T20:23:45.485" v="1040" actId="9405"/>
          <ac:inkMkLst>
            <pc:docMk/>
            <pc:sldMk cId="1240620231" sldId="258"/>
            <ac:inkMk id="50" creationId="{3FF9947E-4101-DCE4-A53C-2F62C05F1969}"/>
          </ac:inkMkLst>
        </pc:inkChg>
        <pc:inkChg chg="add">
          <ac:chgData name="MisHkaT_uL SiFaT" userId="27775010c4e50156" providerId="LiveId" clId="{5F5106BE-6AA4-4006-A9AA-6E8A0CF5D596}" dt="2024-02-08T20:23:50.064" v="1041" actId="9405"/>
          <ac:inkMkLst>
            <pc:docMk/>
            <pc:sldMk cId="1240620231" sldId="258"/>
            <ac:inkMk id="51" creationId="{AF191579-F951-3EBD-F680-BF7AFF653595}"/>
          </ac:inkMkLst>
        </pc:inkChg>
        <pc:inkChg chg="add">
          <ac:chgData name="MisHkaT_uL SiFaT" userId="27775010c4e50156" providerId="LiveId" clId="{5F5106BE-6AA4-4006-A9AA-6E8A0CF5D596}" dt="2024-02-08T20:24:29.173" v="1047" actId="9405"/>
          <ac:inkMkLst>
            <pc:docMk/>
            <pc:sldMk cId="1240620231" sldId="258"/>
            <ac:inkMk id="52" creationId="{4D5F1387-89EF-CDAC-998A-79D88828F947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20:21:57.55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1478 24575,'0'0'0,"8"-4"0,28-31 0,28-30 0,39-38 0,37-38 0,23-28 0,23-13 0,12-2-706,1 11 908,-14 17-303,-30 28 101,-36 36 0,-103 85 0,-2-2 0,0 2 0,1-1 0,21-6 0,-27 15 0,-4-2 0,1 1 0,-1 0 0,1 0 0,-1 0 0,0 0 0,1 1 0,-1 0 0,0 0 0,1 0 0,-1 1 0,0 0 0,0 0 0,5 3 0,1 0 0,-1 1 0,0 1 0,-1 0 0,0 0 0,-1 1 0,0 0 0,11 13 0,10 8 0,32 51 0,31 56 0,-6 19 706,-8 18-908,-9 6 303,-13-2-101,-16-10 0,-14-12 0,-23-110 0,-2 53 0,-3-66 0,-2 0 0,-8 37 0,4-39 0,0-1 0,-19 39 0,12-39 0,-1-1 0,-27 38 0,18-33 0,-51 50 0,45-54 0,-59 43 0,48-43 0,-52 27 0,-56 15 0,-10-11 0,2-6 0,3-6 0,2-6 0,12-10 0,22-11 0,21-8 0,19-7 0,15-9 0,15-12 0,44 9 0,1 2 0,0 1 0,0-1 0,0 0 0,1 0 0,-1 0 0,1 0 0,-5-9 0,3 2 0,0 0 0,1 0 0,0 0 0,-3-16 0,-9-66 0,18-30 0,5 89 0,17-70 0,-9 72 0,0-1 0,29-52 0,-17 45 0,56-69 0,55-41 0,30 15 0,7 16 0,-23 31 0,-29 23 0,-32 23 0,-28 20 0,-24 12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8T20:22:03.88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1 974,'0'-4,"8"-10,11-7,19-7,16-9,23 0,15-4,17-2,7-3,0-1,-8 6,-17 3,-12 4,-15 2,-15 4,-7 6,-6 3,-6 0,1-1,-1-1,-1-1,2 4,1-1,2 0,1 3,-3 5,3 3,-1-1,-3 2,3-3,-1 1,-2 1,2-1,0 0,3-3,-1 2,1-2,0 0,2-1,-2 2,-3 2,2-2,-2 2,-1 2,-3-2,-1 1,-3 1,0 2,0 3,-1 0,-1 2,1 0,5-4,0-2,1 1,7-3,1 0,-1 1,-3 2,1-3,-1 1,-3 1,-1 2,-3 18,3 31,0 29,4 31,4 27,4 20,-1 21,-4 2,1-3,-2-15,-3-17,-4-21,-1-25,-7-25,-1-16,-2-13,-2-9,-5-6,0-2,3 2,-2 2,2 0,3 4,-3 1,2-1,2 2,2 0,-3-1,-4 2,1-1,-4-2,-2-1,-23-3,-39 4,-39 3,-37 6,-30 3,-24 3,-15 2,-3 2,9-1,20 1,28-5,33-5,32-5,22-10,16-3,11-7,2-1,3-3,1 1,-4-2,0-3,0 2,0 0,2-2,1-3,1-1,0-6,-3-10,-2-12,1-5,-4-15,-4-11,0-10,-6-13,-4-19,-7-10,-2-6,4-1,3-1,1 10,5 15,1 11,7 14,3 15,1 7,7 4,-1 3,3 1,2 2,0-2,-5 1,-3 3,4 2,2 2,4-2,2 4,3 2,-1 1,3 0,-1 0,1 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8T20:22:19.752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0,'4'0,"5"1,10-1,10 1,13-1,11 1,17 0,19 1,18 0,16 0,21 0,19 1,11 0,0 0,-7 0,-9 0,-9 0,-5-1,-7 1,-1-1,-4 0,6 1,16-1,16 1,12 0,8 1,5-1,0 1,-10-1,-10 0,-24 0,-27-1,-28-1,-17 1,-10-1,-4 0,0 0,9 0,9 1,6 0,10-1,13 1,8 0,9 1,7-1,-3 0,2 1,2-1,-1 0,14 1,15 0,12 0,19 0,25 1,25 1,13-1,-1 1,-6-1,-13 0,-18 0,-17 0,-23-1,-17 0,-15-1,-9 1,-2-1,-5 0,5 1,4-1,-2 1,1-1,-4 1,1-1,-11 0,-15 0,-14 0,-10-1,-9 1,-1-1,8 1,13-1,11 1,3 0,-4 0,-14 0,-18-1,-22 0,-20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8T20:22:34.0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1,'8723'4835,"-8693"-4818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8T20:22:36.3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1,'9144'5069,"-9208"-5105,41 23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8T20:22:38.13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10397 3251,'-34'-2,"0"-1,0-2,-59-17,22 5,-1453-343,1097 254,-534-143,831 210,2-5,2-6,-144-79,147 66,-4 6,-146-45,-272-56,443 130,-19-4,-265-80,216 66,26 9,-417-150,380 130,2-9,-209-109,161 70,-261-80,239 95,-86-53,174 71,-78-12,154 58,-104-47,89 29,-3 6,0 3,-3 6,-124-20,-291-67,515 114,-7-1,0 0,0 0,-22-1,33 4,0 0,1-1,-1 1,0 0,0 0,1 0,-1 1,0-1,0 0,1 1,-1-1,0 1,1-1,-1 1,1 0,-1 0,1 0,-1 0,1 0,-1 0,1 0,0 0,0 1,-1-1,1 0,0 1,0-1,0 1,1-1,-1 1,0-1,1 1,-1 0,1-1,-1 1,0 2,1 9,1-1,0 0,1 1,0-1,1 0,0 0,1 0,10 21,51 88,-54-104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20:22:41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 1 24575,'-6'4'0,"0"1"0,0-1 0,-1 0 0,0 0 0,1-1 0,-1 0 0,-1 0 0,1-1 0,0 1 0,-13 1 0,-21 7 0,41-11 0,1 1 0,-1-1 0,1 0 0,-1 0 0,0 0 0,1 0 0,-1 1 0,0-1 0,1 0 0,-1 0 0,0 1 0,1-1 0,-1 0 0,0 1 0,1-1 0,-1 0 0,0 1 0,0-1 0,0 0 0,1 1 0,-1-1 0,0 1 0,0-1 0,0 0 0,0 1 0,0-1 0,0 1 0,0-1 0,0 1 0,0-1 0,0 0 0,0 1 0,0-1 0,0 1 0,0-1 0,0 0 0,0 1 0,0-1 0,0 1 0,-1-1 0,1 0 0,0 1 0,0-1 0,0 0 0,-1 1 0,1-1 0,0 0 0,-1 1 0,1-1 0,0 0 0,-1 1 0,1-1 0,0 0 0,-1 0 0,1 0 0,0 1 0,-1-1 0,1 0 0,-1 0 0,1 0 0,0 0 0,-1 0 0,1 0 0,-1 0 0,0 0 0,44 14 0,58 8 0,129 10 0,122-8 0,-315-22 0,1296 31-2982,-217-11 1068,1797 248 665,-2794-253 1074,250 25 1954,-268-47 2527,-33 0-5436,-41 5-5696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20:22:43.5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0 418 24575,'333'-21'0,"-286"17"0,296-28 0,134-5-730,635-44-3004,1163-80 3892,-2211 157-158,89-10 0,-145 12 209,0 0 1,-1 0-1,1-1 0,-1 0 1,1-1-1,-1 1 0,13-10 1,-14 9-29,0 0-1,1 0 1,0 0 0,-1 1 0,1 0 0,13-3 0,-2 3-7007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20:22:58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1786 2058 24575,'-215'-698'0,"191"617"0,-77-272 0,-95-305 0,177 602 0,-29-101 0,47 156 0,1-1 0,-1 1 0,0-1 0,1 1 0,0-1 0,-1 0 0,1 1 0,0-1 0,0 1 0,0-1 0,0 0 0,0 1 0,0-1 0,1 0 0,-1 1 0,1-1 0,-1 1 0,1-1 0,-1 0 0,1 1 0,0-1 0,0 1 0,-1 0 0,1-1 0,0 1 0,0 0 0,1 0 0,-1-1 0,0 1 0,0 0 0,1 0 0,-1 0 0,0 0 0,1 1 0,-1-1 0,1 0 0,-1 0 0,1 1 0,-1-1 0,1 1 0,0 0 0,-1-1 0,1 1 0,0 0 0,-1 0 0,1 0 0,-1 0 0,1 0 0,2 1 0,12 0 0,0 2 0,0 0 0,0 0 0,19 8 0,-19-6 0,352 129 0,-295-100 0,-1 2 0,126 88 0,-138-75 0,63 65 0,2 2 0,-35-40 0,-89-76 0,0 1 0,0 0 0,0-1 0,0 1 0,-1 0 0,1 0 0,0 0 0,-1 0 0,1 0 0,0-1 0,-1 1 0,1 0 0,-1 0 0,1 0 0,-1 0 0,0 1 0,1-1 0,-1 0 0,0 0 0,0 0 0,0 0 0,0 0 0,0 0 0,0 0 0,0 0 0,0 1 0,0-1 0,-1 0 0,1 0 0,0 0 0,-1 0 0,1 0 0,-1 0 0,1 0 0,-1 0 0,1 0 0,-1 0 0,0-1 0,1 1 0,-1 0 0,0 0 0,0 0 0,1-1 0,-2 2 0,-6 3 0,1 0 0,-1-1 0,1 0 0,-15 6 0,10-5 0,-196 87 0,-173 84 0,309-138 0,2 3 0,3 3 0,-74 63 0,129-94 0,1 0 0,1 1 0,0 0 0,1 1 0,0 0 0,2 0 0,-1 1 0,-6 21 0,-2 3 0,2-7 0,-2-1 0,-29 44 0,34-62 0,1 0 0,-2-1 0,0-1 0,0 0 0,-1 0 0,-1-1 0,-18 11 0,-13 6 0,-2-2 0,0-2 0,-2-2 0,-80 24 0,96-37 0,-1-1 0,0-1 0,-1-2 0,1-2 0,-1-1 0,0-1 0,1-2 0,-1-2 0,1-1 0,-1-1 0,1-3 0,-53-17 0,43 12 0,34 11 0,-1-1 0,0 0 0,1-1 0,0 0 0,0 0 0,0-1 0,1-1 0,-1 1 0,1-2 0,-16-13 0,10 5 0,0-1 0,1 0 0,0-1 0,2-1 0,0 0 0,1 0 0,0-2 0,2 1 0,0-1 0,2 0 0,0-1 0,1 0 0,1 0 0,-3-33 0,3 12 0,1-1 0,3 0 0,6-59 0,-4 90 0,1 0 0,0 0 0,1 0 0,0 1 0,1-1 0,0 1 0,1 0 0,0 0 0,1 1 0,0 0 0,1 0 0,0 0 0,1 1 0,-1-1 0,2 2 0,-1-1 0,13-8 0,12-3 0,0 2 0,2 1 0,0 1 0,0 2 0,2 2 0,0 1 0,40-6 0,-32 10 0,0 2 0,0 2 0,1 2 0,68 7 0,-93-4 0,-1 2 0,1 0 0,-1 2 0,1 0 0,-1 1 0,-1 1 0,0 1 0,35 21 0,6 11 0,68 59 0,-100-77 0,55 51 0,78 93 0,-77-79 0,-69-69 0,0 0 0,-1 0 0,-2 2 0,0-1 0,11 27 0,-10-20 0,0-2 0,31 43 0,149 160 0,-32-40 0,-116-135 0,-3 3 0,60 107 0,-92-145-1365,0-5-5461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20:22:5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 24575,'95'4'0,"178"2"0,211-1 0,182 0-7459,136-7 7459,80-5-2901,15-3 2901,-65 1 0,-126 2 0,-157 10 0,-168 5 1001,-144 1-1001,-113-1 1168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20:22:53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24575,'132'993'-287,"201"1379"-1094,-330-2350 1420,57 363 183,-37-275-103,50 153-1,-49-211-384,-16-40-6489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20:22:55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3379 1 24575,'-120'259'0,"-55"72"0,-94 139-1638,-331 526-6079,-45-8 5948,-804 884 6425,1421-1839-3982,20-23-149,1 0-1,-2 0 1,1-1 0,-2-1-1,1 0 1,-18 13-1,12-14-6593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20:23:11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2104 51 24575,'-1648'1448'0,"1570"-1390"0,9-7 0,2 3 0,-101 105 0,157-147 0,1 0 0,1 0 0,0 1 0,0 0 0,1 0 0,-9 25 0,17-37 0,0 0 0,0-1 0,0 1 0,1 0 0,-1 0 0,0 0 0,1 0 0,-1-1 0,1 1 0,-1 0 0,1 0 0,-1-1 0,1 1 0,-1 0 0,1-1 0,0 1 0,-1 0 0,1-1 0,0 1 0,0-1 0,-1 1 0,1-1 0,0 0 0,0 1 0,0-1 0,0 0 0,-1 1 0,1-1 0,0 0 0,0 0 0,0 0 0,0 0 0,0 0 0,0 0 0,1 0 0,46 4 0,-41-4 0,139 5 0,292 21 0,240 83 0,-5 40 0,242 47 0,-556-117 0,-356-78 0,-1-1 0,0 1 0,1 0 0,-1-1 0,1 1 0,-1-1 0,1 1 0,-1-1 0,1 0 0,-1 0 0,1-1 0,-1 1 0,1 0 0,3-2 0,-4 1 0,-1 0 0,0-1 0,0 1 0,0-1 0,0 1 0,0-1 0,0 1 0,0-1 0,0 1 0,-1-1 0,1 0 0,-1 1 0,1-1 0,-1 0 0,0 0 0,1 1 0,-1-1 0,0 0 0,0 0 0,0 0 0,-1-2 0,0-27 0,-2 0 0,-1 0 0,-11-47 0,-37-95 0,38 127 0,-238-678 0,90 274 0,125 342 0,-6 1 0,-4 2 0,-86-140 0,32 103 0,58 85 0,33 43 0,0 0 0,-1 1 0,0 1 0,-1 0 0,0 1 0,-26-19 0,-5-3-1365,25 17-5461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08T20:23:45.4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216 1171 24575,'-1'-13'0,"0"1"0,-1-1 0,-1 0 0,-3-14 0,-5-20 0,-117-634 0,93 505 0,10 8-1365,21 147-5461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8T20:23:50.064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1 0,'3159'1752,"-4032"-2236,-856-475,1710 949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2-08T20:24:29.173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7907E9-19D7-4BB8-99AC-F6FEFBE0F21C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A9C712-A46E-4929-A04E-75359589D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20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A9C712-A46E-4929-A04E-75359589D9A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987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BA71F-FCB4-CF9D-EF25-43FD11CCB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816CB-91B1-058C-1009-050C1CA17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853AF3-3B9A-AE35-893B-78308FC07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76092-4E38-26E1-22D6-A0DEAC2C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E3452B-9B18-CA2D-16B3-1E91BDCCA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163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17351-A7EF-D880-B12B-A82F49BEF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54C0B-A335-92B9-3670-9A118DF5A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74E31E-0770-A4F5-8DD9-842B90F6B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D7CF5-F0A1-C6C8-794C-C1505CBD8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C3E91-08F8-F019-CE94-CC9F93E9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27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A79AE-A8F9-4941-FDD5-E82662321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0BD3D-11A5-EC05-4A9E-F0871B8EA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70563-A92B-8752-8DAF-8E5F0006F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8659E-ED93-6825-E82F-E4077BC22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BF828-5C55-58A6-7893-0694137B5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889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809ED-C696-99B7-CD7E-14FDF8B9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9342E-139F-9BE5-2C47-55079C62A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E4663D-D1F5-84A4-550E-341ADFA98D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CE5F2-43BF-0698-7903-71A436C2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A03EC-1403-A5A6-DDC5-5C5701BD1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541F3-2C29-ABBA-EB3C-D9F3E27DF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304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3D37F-8C94-ABA4-BA4D-46E7F77A0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84CBA-3DA8-0E55-FD54-1CB6DF2A48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F282E6-94A2-E10C-785D-64DADF6FF9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5D091D-F5CA-C324-4FC1-8973DEB7C4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F704A9-C4F3-E086-D7F0-8AADB50C4E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473192-4BFA-ACEA-C529-E9A3AE14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DF5263-5CD0-A4F0-93F3-0882F235B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99D033-70F3-F47C-891D-0E85AD5FFD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958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F50FB-39A2-C6D5-81C9-8A88BE088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13572-1D95-F8A4-7F2D-F48EC728A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B5F0D0-BE5A-B53E-E40E-2EB80142D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CF01C-358D-4129-940B-B5E561313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41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68615C-D99D-6448-1FBC-0BB6DD88A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747904-37C0-AD71-B465-9D0582DBD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5D5E1-1153-1909-E294-E922EFB41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127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043DAB-1F72-472B-7093-EC657EB8E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4EDBE-916B-B89C-AC9E-0334FEF38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1B9D4-1754-DB90-51D0-2C5C51E9D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D1CC5-55F3-2135-883F-5D40D152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A3C87-6925-BDEB-5EE8-CD4819A9C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5143B-BB13-69CF-92BF-330AFC99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730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F1819-D130-645E-DF25-C617EF733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ABE9B-C141-F142-1CFD-FBDACAEB55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A3755-F05C-28C1-9037-8D7AEB886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E7D477-A3EB-71E8-4407-EE341484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1298A-63B7-310C-35CF-4883895CF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E4AD37-A03A-5ED7-13B7-20B37EDF1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2623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4125-F0E1-654B-FA7C-36421CEA9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A8919-4F33-8D6D-D0DD-E31983100C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533D1D-5920-2FD0-6FF0-0B2DA70A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D33F4-E12A-6E6C-E957-B59C2F78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7D98-1C55-EF21-363A-288F94AFC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40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7E7066-E610-F359-37E6-05F85785A4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1F2FC2-4AEB-BA20-12DE-C1B33EBAA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482BE-DCEF-7F60-AB81-2FA6855A5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0D069-A06D-5CC5-4DB8-94B8F3B20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525D7-7AF0-F60C-A316-A2F931B8E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54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C0F1AF-412A-5740-B642-84B576F10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5DFC5-C3F3-4AE5-DE23-628C74C0F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B09AD-F7A3-ED15-0B48-53482738D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F76CBA-AFCB-4CB1-AC2D-26356F853AEA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538FF-EBC9-F49E-87CA-A190DFAE47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D233A-373D-DF90-6DA5-98344EE627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8DE1E-B2EB-41E9-BF72-ACB7BB8C7F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17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26" Type="http://schemas.openxmlformats.org/officeDocument/2006/relationships/image" Target="../media/image14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34" Type="http://schemas.openxmlformats.org/officeDocument/2006/relationships/image" Target="../media/image18.png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32" Type="http://schemas.openxmlformats.org/officeDocument/2006/relationships/image" Target="../media/image17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15.png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Relationship Id="rId27" Type="http://schemas.openxmlformats.org/officeDocument/2006/relationships/customXml" Target="../ink/ink13.xml"/><Relationship Id="rId30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28B81-1F9F-9719-45E8-CB5FA6AB6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8408"/>
            <a:ext cx="9144000" cy="2048607"/>
          </a:xfrm>
        </p:spPr>
        <p:txBody>
          <a:bodyPr/>
          <a:lstStyle/>
          <a:p>
            <a:r>
              <a:rPr lang="en-US" dirty="0">
                <a:latin typeface="Algerian" panose="04020705040A02060702" pitchFamily="82" charset="0"/>
              </a:rPr>
              <a:t>Pattern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8DBFF9-75FD-EA19-ACE3-C69E8C10F9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86300"/>
            <a:ext cx="9144000" cy="571500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C Programming Language </a:t>
            </a:r>
          </a:p>
        </p:txBody>
      </p:sp>
    </p:spTree>
    <p:extLst>
      <p:ext uri="{BB962C8B-B14F-4D97-AF65-F5344CB8AC3E}">
        <p14:creationId xmlns:p14="http://schemas.microsoft.com/office/powerpoint/2010/main" val="2249488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0D6917A5-7F70-CA30-D03E-314DA15205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5656870"/>
              </p:ext>
            </p:extLst>
          </p:nvPr>
        </p:nvGraphicFramePr>
        <p:xfrm>
          <a:off x="1962730" y="1372214"/>
          <a:ext cx="1078344" cy="10972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9448">
                  <a:extLst>
                    <a:ext uri="{9D8B030D-6E8A-4147-A177-3AD203B41FA5}">
                      <a16:colId xmlns:a16="http://schemas.microsoft.com/office/drawing/2014/main" val="1583713704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1185987210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3966446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26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5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33256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9541B50D-CD63-3F10-D32E-C5E3647BF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9850326"/>
              </p:ext>
            </p:extLst>
          </p:nvPr>
        </p:nvGraphicFramePr>
        <p:xfrm>
          <a:off x="3491349" y="1372214"/>
          <a:ext cx="1078344" cy="10972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9448">
                  <a:extLst>
                    <a:ext uri="{9D8B030D-6E8A-4147-A177-3AD203B41FA5}">
                      <a16:colId xmlns:a16="http://schemas.microsoft.com/office/drawing/2014/main" val="1583713704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1185987210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3966446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26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5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33256"/>
                  </a:ext>
                </a:extLst>
              </a:tr>
            </a:tbl>
          </a:graphicData>
        </a:graphic>
      </p:graphicFrame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486F448B-9365-B8A8-1D06-6E934B924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86257"/>
              </p:ext>
            </p:extLst>
          </p:nvPr>
        </p:nvGraphicFramePr>
        <p:xfrm>
          <a:off x="434111" y="2697777"/>
          <a:ext cx="1078344" cy="10972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9448">
                  <a:extLst>
                    <a:ext uri="{9D8B030D-6E8A-4147-A177-3AD203B41FA5}">
                      <a16:colId xmlns:a16="http://schemas.microsoft.com/office/drawing/2014/main" val="1583713704"/>
                    </a:ext>
                  </a:extLst>
                </a:gridCol>
                <a:gridCol w="385504">
                  <a:extLst>
                    <a:ext uri="{9D8B030D-6E8A-4147-A177-3AD203B41FA5}">
                      <a16:colId xmlns:a16="http://schemas.microsoft.com/office/drawing/2014/main" val="1185987210"/>
                    </a:ext>
                  </a:extLst>
                </a:gridCol>
                <a:gridCol w="333392">
                  <a:extLst>
                    <a:ext uri="{9D8B030D-6E8A-4147-A177-3AD203B41FA5}">
                      <a16:colId xmlns:a16="http://schemas.microsoft.com/office/drawing/2014/main" val="3966446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26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5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33256"/>
                  </a:ext>
                </a:extLst>
              </a:tr>
            </a:tbl>
          </a:graphicData>
        </a:graphic>
      </p:graphicFrame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5E6759C8-F8CB-E76E-F34A-A9C751B9B3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586406"/>
              </p:ext>
            </p:extLst>
          </p:nvPr>
        </p:nvGraphicFramePr>
        <p:xfrm>
          <a:off x="3495082" y="2697777"/>
          <a:ext cx="1074611" cy="10972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44479">
                  <a:extLst>
                    <a:ext uri="{9D8B030D-6E8A-4147-A177-3AD203B41FA5}">
                      <a16:colId xmlns:a16="http://schemas.microsoft.com/office/drawing/2014/main" val="1583713704"/>
                    </a:ext>
                  </a:extLst>
                </a:gridCol>
                <a:gridCol w="339012">
                  <a:extLst>
                    <a:ext uri="{9D8B030D-6E8A-4147-A177-3AD203B41FA5}">
                      <a16:colId xmlns:a16="http://schemas.microsoft.com/office/drawing/2014/main" val="1185987210"/>
                    </a:ext>
                  </a:extLst>
                </a:gridCol>
                <a:gridCol w="391120">
                  <a:extLst>
                    <a:ext uri="{9D8B030D-6E8A-4147-A177-3AD203B41FA5}">
                      <a16:colId xmlns:a16="http://schemas.microsoft.com/office/drawing/2014/main" val="3966446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26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5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33256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A9C10029-A5A4-F4E2-BA7B-9F2FD9A64B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5447595"/>
              </p:ext>
            </p:extLst>
          </p:nvPr>
        </p:nvGraphicFramePr>
        <p:xfrm>
          <a:off x="1962730" y="2697777"/>
          <a:ext cx="1078344" cy="10972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9448">
                  <a:extLst>
                    <a:ext uri="{9D8B030D-6E8A-4147-A177-3AD203B41FA5}">
                      <a16:colId xmlns:a16="http://schemas.microsoft.com/office/drawing/2014/main" val="1583713704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1185987210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3966446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26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5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33256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5073FB4C-3482-7FEC-F3F4-6E63FE09E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4467238"/>
              </p:ext>
            </p:extLst>
          </p:nvPr>
        </p:nvGraphicFramePr>
        <p:xfrm>
          <a:off x="5017656" y="2697777"/>
          <a:ext cx="1078344" cy="10972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9448">
                  <a:extLst>
                    <a:ext uri="{9D8B030D-6E8A-4147-A177-3AD203B41FA5}">
                      <a16:colId xmlns:a16="http://schemas.microsoft.com/office/drawing/2014/main" val="1583713704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1185987210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39664462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26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50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33256"/>
                  </a:ext>
                </a:extLst>
              </a:tr>
            </a:tbl>
          </a:graphicData>
        </a:graphic>
      </p:graphicFrame>
      <p:sp>
        <p:nvSpPr>
          <p:cNvPr id="49" name="Subtitle 41">
            <a:extLst>
              <a:ext uri="{FF2B5EF4-FFF2-40B4-BE49-F238E27FC236}">
                <a16:creationId xmlns:a16="http://schemas.microsoft.com/office/drawing/2014/main" id="{9EF84382-88EB-173C-9D41-B26278B7A06C}"/>
              </a:ext>
            </a:extLst>
          </p:cNvPr>
          <p:cNvSpPr txBox="1">
            <a:spLocks/>
          </p:cNvSpPr>
          <p:nvPr/>
        </p:nvSpPr>
        <p:spPr>
          <a:xfrm>
            <a:off x="397167" y="274638"/>
            <a:ext cx="6188364" cy="869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Pattern Type- 01</a:t>
            </a:r>
          </a:p>
          <a:p>
            <a:pPr algn="l"/>
            <a:r>
              <a:rPr lang="en-US" sz="1600" dirty="0"/>
              <a:t>(Right angle triangle Pattern)</a:t>
            </a:r>
          </a:p>
        </p:txBody>
      </p:sp>
      <p:sp>
        <p:nvSpPr>
          <p:cNvPr id="52" name="Subtitle 41">
            <a:extLst>
              <a:ext uri="{FF2B5EF4-FFF2-40B4-BE49-F238E27FC236}">
                <a16:creationId xmlns:a16="http://schemas.microsoft.com/office/drawing/2014/main" id="{93369EBB-846E-74B5-D154-8FB35EAC065D}"/>
              </a:ext>
            </a:extLst>
          </p:cNvPr>
          <p:cNvSpPr txBox="1">
            <a:spLocks/>
          </p:cNvSpPr>
          <p:nvPr/>
        </p:nvSpPr>
        <p:spPr>
          <a:xfrm>
            <a:off x="243610" y="4023340"/>
            <a:ext cx="1459346" cy="1012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Number </a:t>
            </a:r>
          </a:p>
          <a:p>
            <a:r>
              <a:rPr lang="en-US" sz="2200" b="1" dirty="0"/>
              <a:t>pattern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3" name="Subtitle 41">
            <a:extLst>
              <a:ext uri="{FF2B5EF4-FFF2-40B4-BE49-F238E27FC236}">
                <a16:creationId xmlns:a16="http://schemas.microsoft.com/office/drawing/2014/main" id="{0F14F644-E6AD-18C8-72DF-14419FD814B0}"/>
              </a:ext>
            </a:extLst>
          </p:cNvPr>
          <p:cNvSpPr txBox="1">
            <a:spLocks/>
          </p:cNvSpPr>
          <p:nvPr/>
        </p:nvSpPr>
        <p:spPr>
          <a:xfrm>
            <a:off x="1769917" y="4023340"/>
            <a:ext cx="1459346" cy="1012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Binary </a:t>
            </a:r>
          </a:p>
          <a:p>
            <a:r>
              <a:rPr lang="en-US" sz="2200" b="1" dirty="0"/>
              <a:t>pattern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4" name="Subtitle 41">
            <a:extLst>
              <a:ext uri="{FF2B5EF4-FFF2-40B4-BE49-F238E27FC236}">
                <a16:creationId xmlns:a16="http://schemas.microsoft.com/office/drawing/2014/main" id="{12CE663F-6499-5CC8-5A6F-8893AE9DCE59}"/>
              </a:ext>
            </a:extLst>
          </p:cNvPr>
          <p:cNvSpPr txBox="1">
            <a:spLocks/>
          </p:cNvSpPr>
          <p:nvPr/>
        </p:nvSpPr>
        <p:spPr>
          <a:xfrm>
            <a:off x="4827155" y="4023340"/>
            <a:ext cx="1459346" cy="1012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Special character pattern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Subtitle 41">
            <a:extLst>
              <a:ext uri="{FF2B5EF4-FFF2-40B4-BE49-F238E27FC236}">
                <a16:creationId xmlns:a16="http://schemas.microsoft.com/office/drawing/2014/main" id="{212AE25E-381F-91B0-6255-4ED61252135A}"/>
              </a:ext>
            </a:extLst>
          </p:cNvPr>
          <p:cNvSpPr txBox="1">
            <a:spLocks/>
          </p:cNvSpPr>
          <p:nvPr/>
        </p:nvSpPr>
        <p:spPr>
          <a:xfrm>
            <a:off x="3300848" y="4023340"/>
            <a:ext cx="1459346" cy="1012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/>
              <a:t>Character </a:t>
            </a:r>
          </a:p>
          <a:p>
            <a:r>
              <a:rPr lang="en-US" sz="2200" b="1" dirty="0"/>
              <a:t>pattern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F0F732D4-D4EC-BD8A-9BA2-E4398E80D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8018" y="603431"/>
            <a:ext cx="1803400" cy="1537566"/>
          </a:xfrm>
        </p:spPr>
        <p:txBody>
          <a:bodyPr/>
          <a:lstStyle/>
          <a:p>
            <a:r>
              <a:rPr lang="en-US" dirty="0"/>
              <a:t>Code :</a:t>
            </a:r>
          </a:p>
        </p:txBody>
      </p:sp>
      <p:sp>
        <p:nvSpPr>
          <p:cNvPr id="57" name="Content Placeholder 56">
            <a:extLst>
              <a:ext uri="{FF2B5EF4-FFF2-40B4-BE49-F238E27FC236}">
                <a16:creationId xmlns:a16="http://schemas.microsoft.com/office/drawing/2014/main" id="{A53206DA-442B-565D-C962-84DCD16A2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97483" y="1865126"/>
            <a:ext cx="8320811" cy="4937146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#</a:t>
            </a:r>
            <a:r>
              <a:rPr lang="en-US" sz="3600" dirty="0"/>
              <a:t>include &lt;</a:t>
            </a:r>
            <a:r>
              <a:rPr lang="en-US" sz="3600" dirty="0" err="1"/>
              <a:t>stdio.h</a:t>
            </a:r>
            <a:r>
              <a:rPr lang="en-US" sz="3600" dirty="0"/>
              <a:t>&gt;</a:t>
            </a:r>
          </a:p>
          <a:p>
            <a:r>
              <a:rPr lang="en-US" sz="3600" dirty="0"/>
              <a:t>#include &lt;</a:t>
            </a:r>
            <a:r>
              <a:rPr lang="en-US" sz="3600" dirty="0" err="1"/>
              <a:t>stdlib.h</a:t>
            </a:r>
            <a:r>
              <a:rPr lang="en-US" sz="3600" dirty="0"/>
              <a:t>&gt;</a:t>
            </a:r>
          </a:p>
          <a:p>
            <a:r>
              <a:rPr lang="en-US" sz="3600" dirty="0"/>
              <a:t>int main()</a:t>
            </a:r>
          </a:p>
          <a:p>
            <a:r>
              <a:rPr lang="en-US" sz="3600" dirty="0"/>
              <a:t>{</a:t>
            </a:r>
          </a:p>
          <a:p>
            <a:r>
              <a:rPr lang="en-US" sz="3600" dirty="0"/>
              <a:t>    int </a:t>
            </a:r>
            <a:r>
              <a:rPr lang="en-US" sz="3600" dirty="0" err="1"/>
              <a:t>n,row,col</a:t>
            </a:r>
            <a:r>
              <a:rPr lang="en-US" sz="3600" dirty="0"/>
              <a:t> ;</a:t>
            </a:r>
          </a:p>
          <a:p>
            <a:r>
              <a:rPr lang="en-US" sz="3600" dirty="0"/>
              <a:t>    scanf("%</a:t>
            </a:r>
            <a:r>
              <a:rPr lang="en-US" sz="3600" dirty="0" err="1"/>
              <a:t>d",&amp;n</a:t>
            </a:r>
            <a:r>
              <a:rPr lang="en-US" sz="3600" dirty="0"/>
              <a:t>);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for( row = 1 ; row&lt;=n ; row++)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{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    //space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    for( col = 1 ; col&lt;=n-row ; col++)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    {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        printf("  ");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    }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    for( col = 1 ; col&lt;=row ; col++)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    {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        printf("%d ",col);</a:t>
            </a:r>
          </a:p>
          <a:p>
            <a:pPr>
              <a:lnSpc>
                <a:spcPct val="120000"/>
              </a:lnSpc>
            </a:pPr>
            <a:r>
              <a:rPr lang="en-US" sz="3600" dirty="0"/>
              <a:t>        }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        printf("\n");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for( row = n-1 ; row&gt;=1 ; row--)</a:t>
            </a:r>
          </a:p>
          <a:p>
            <a:pPr marL="0" indent="0">
              <a:buNone/>
            </a:pPr>
            <a:r>
              <a:rPr lang="en-US" dirty="0"/>
              <a:t>    {</a:t>
            </a:r>
          </a:p>
          <a:p>
            <a:pPr marL="0" indent="0">
              <a:buNone/>
            </a:pPr>
            <a:r>
              <a:rPr lang="en-US" dirty="0"/>
              <a:t>        for( col = 1 ; col&lt;=n-row ; col++)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printf("  ");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for( col = 1 ; col&lt;=row ; col++)</a:t>
            </a:r>
          </a:p>
          <a:p>
            <a:pPr marL="0" indent="0">
              <a:buNone/>
            </a:pPr>
            <a:r>
              <a:rPr lang="en-US" dirty="0"/>
              <a:t>        {</a:t>
            </a:r>
          </a:p>
          <a:p>
            <a:pPr marL="0" indent="0">
              <a:buNone/>
            </a:pPr>
            <a:r>
              <a:rPr lang="en-US" dirty="0"/>
              <a:t>            printf("%d ",col);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    printf("\n");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0;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9" name="Picture 58">
            <a:extLst>
              <a:ext uri="{FF2B5EF4-FFF2-40B4-BE49-F238E27FC236}">
                <a16:creationId xmlns:a16="http://schemas.microsoft.com/office/drawing/2014/main" id="{F23E99AC-D448-7C94-2799-BDAB417AE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6702" y="1368473"/>
            <a:ext cx="1085714" cy="1104762"/>
          </a:xfrm>
          <a:prstGeom prst="rect">
            <a:avLst/>
          </a:prstGeom>
        </p:spPr>
      </p:pic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949FEF29-FBB7-6DA5-F020-AA53ACBAF7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898425"/>
              </p:ext>
            </p:extLst>
          </p:nvPr>
        </p:nvGraphicFramePr>
        <p:xfrm>
          <a:off x="434111" y="1372214"/>
          <a:ext cx="1078344" cy="1097280"/>
        </p:xfrm>
        <a:graphic>
          <a:graphicData uri="http://schemas.openxmlformats.org/drawingml/2006/table">
            <a:tbl>
              <a:tblPr>
                <a:tableStyleId>{F5AB1C69-6EDB-4FF4-983F-18BD219EF322}</a:tableStyleId>
              </a:tblPr>
              <a:tblGrid>
                <a:gridCol w="359448">
                  <a:extLst>
                    <a:ext uri="{9D8B030D-6E8A-4147-A177-3AD203B41FA5}">
                      <a16:colId xmlns:a16="http://schemas.microsoft.com/office/drawing/2014/main" val="1583713704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1185987210"/>
                    </a:ext>
                  </a:extLst>
                </a:gridCol>
                <a:gridCol w="359448">
                  <a:extLst>
                    <a:ext uri="{9D8B030D-6E8A-4147-A177-3AD203B41FA5}">
                      <a16:colId xmlns:a16="http://schemas.microsoft.com/office/drawing/2014/main" val="3966446211"/>
                    </a:ext>
                  </a:extLst>
                </a:gridCol>
              </a:tblGrid>
              <a:tr h="33819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261188"/>
                  </a:ext>
                </a:extLst>
              </a:tr>
              <a:tr h="33819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150549"/>
                  </a:ext>
                </a:extLst>
              </a:tr>
              <a:tr h="338198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14332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807774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F7BC383-2BAA-2F57-82A2-801638953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7F680-6F10-F735-7DE3-335F0713B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s-ES" dirty="0"/>
              <a:t>4x2+6xy+6xy+9y2</a:t>
            </a:r>
          </a:p>
          <a:p>
            <a:r>
              <a:rPr lang="es-ES" dirty="0"/>
              <a:t> =4x</a:t>
            </a:r>
            <a:r>
              <a:rPr lang="es-ES" baseline="30000" dirty="0"/>
              <a:t>2</a:t>
            </a:r>
            <a:r>
              <a:rPr lang="es-ES" dirty="0"/>
              <a:t>+12xy+9y</a:t>
            </a:r>
            <a:r>
              <a:rPr lang="es-ES" baseline="30000" dirty="0"/>
              <a:t>2</a:t>
            </a:r>
          </a:p>
          <a:p>
            <a:r>
              <a:rPr lang="es-ES" dirty="0"/>
              <a:t>=4x</a:t>
            </a:r>
            <a:r>
              <a:rPr lang="es-ES" baseline="30000" dirty="0"/>
              <a:t>2</a:t>
            </a:r>
            <a:r>
              <a:rPr lang="es-ES" dirty="0"/>
              <a:t>+12xy+9y</a:t>
            </a:r>
            <a:r>
              <a:rPr lang="es-ES" baseline="30000" dirty="0"/>
              <a:t>2</a:t>
            </a:r>
          </a:p>
          <a:p>
            <a:endParaRPr lang="es-E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AD57450-A5F3-54AF-C0F4-0208A5626069}"/>
              </a:ext>
            </a:extLst>
          </p:cNvPr>
          <p:cNvSpPr txBox="1"/>
          <p:nvPr/>
        </p:nvSpPr>
        <p:spPr>
          <a:xfrm>
            <a:off x="5256483" y="2839915"/>
            <a:ext cx="143754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E9ABBD6-84CB-8345-9F09-AE8376912595}"/>
                  </a:ext>
                </a:extLst>
              </p:cNvPr>
              <p:cNvSpPr/>
              <p:nvPr/>
            </p:nvSpPr>
            <p:spPr>
              <a:xfrm>
                <a:off x="7278714" y="3289869"/>
                <a:ext cx="314504" cy="278262"/>
              </a:xfrm>
              <a:custGeom>
                <a:avLst/>
                <a:gdLst>
                  <a:gd name="connsiteX0" fmla="*/ 0 w 386640"/>
                  <a:gd name="connsiteY0" fmla="*/ 477360 h 477360"/>
                  <a:gd name="connsiteX1" fmla="*/ 386640 w 386640"/>
                  <a:gd name="connsiteY1" fmla="*/ 446040 h 477360"/>
                  <a:gd name="connsiteX2" fmla="*/ 56160 w 386640"/>
                  <a:gd name="connsiteY2" fmla="*/ 0 h 477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0" t="0" r="0" b="0"/>
                <a:pathLst>
                  <a:path w="386640" h="477360">
                    <a:moveTo>
                      <a:pt x="0" y="477360"/>
                    </a:moveTo>
                    <a:lnTo>
                      <a:pt x="386640" y="446040"/>
                    </a:lnTo>
                    <a:lnTo>
                      <a:pt x="56160" y="0"/>
                    </a:lnTo>
                    <a:close/>
                  </a:path>
                </a:pathLst>
              </a:custGeom>
              <a:solidFill>
                <a:srgbClr val="000000">
                  <a:alpha val="5000"/>
                </a:srgbClr>
              </a:solidFill>
              <a:ln w="12600">
                <a:solidFill>
                  <a:srgbClr val="0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+2×2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𝑎𝑏</m:t>
                      </m:r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  <a:p>
                <a:pPr algn="ctr"/>
                <a:endParaRPr lang="en-US" dirty="0"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6E9ABBD6-84CB-8345-9F09-AE83769125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8714" y="3289869"/>
                <a:ext cx="314504" cy="278262"/>
              </a:xfrm>
              <a:custGeom>
                <a:avLst/>
                <a:gdLst>
                  <a:gd name="connsiteX0" fmla="*/ 0 w 386640"/>
                  <a:gd name="connsiteY0" fmla="*/ 477360 h 477360"/>
                  <a:gd name="connsiteX1" fmla="*/ 386640 w 386640"/>
                  <a:gd name="connsiteY1" fmla="*/ 446040 h 477360"/>
                  <a:gd name="connsiteX2" fmla="*/ 56160 w 386640"/>
                  <a:gd name="connsiteY2" fmla="*/ 0 h 477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0" t="0" r="0" b="0"/>
                <a:pathLst>
                  <a:path w="386640" h="477360">
                    <a:moveTo>
                      <a:pt x="0" y="477360"/>
                    </a:moveTo>
                    <a:lnTo>
                      <a:pt x="386640" y="446040"/>
                    </a:lnTo>
                    <a:lnTo>
                      <a:pt x="56160" y="0"/>
                    </a:lnTo>
                    <a:close/>
                  </a:path>
                </a:pathLst>
              </a:custGeom>
              <a:blipFill>
                <a:blip r:embed="rId2"/>
                <a:stretch>
                  <a:fillRect l="-473684" t="-134000" r="-384211"/>
                </a:stretch>
              </a:blipFill>
              <a:ln w="12600">
                <a:solidFill>
                  <a:srgbClr val="00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5FEC2FE-21A6-ECEB-8423-2E4674591877}"/>
                  </a:ext>
                </a:extLst>
              </p14:cNvPr>
              <p14:cNvContentPartPr/>
              <p14:nvPr/>
            </p14:nvContentPartPr>
            <p14:xfrm>
              <a:off x="2857375" y="4444186"/>
              <a:ext cx="851400" cy="9039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5FEC2FE-21A6-ECEB-8423-2E467459187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48375" y="4435546"/>
                <a:ext cx="869040" cy="9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18B3FC4-B363-D6E7-33DA-9F7C12992A64}"/>
                  </a:ext>
                </a:extLst>
              </p14:cNvPr>
              <p14:cNvContentPartPr/>
              <p14:nvPr/>
            </p14:nvContentPartPr>
            <p14:xfrm>
              <a:off x="4694815" y="4309186"/>
              <a:ext cx="1185120" cy="103644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18B3FC4-B363-D6E7-33DA-9F7C12992A6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686175" y="4255546"/>
                <a:ext cx="1202760" cy="114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7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B4E4F2A-2910-67F7-A40E-3150BB85CEB5}"/>
                  </a:ext>
                </a:extLst>
              </p14:cNvPr>
              <p14:cNvContentPartPr/>
              <p14:nvPr/>
            </p14:nvContentPartPr>
            <p14:xfrm>
              <a:off x="2760175" y="3832186"/>
              <a:ext cx="4150800" cy="7272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B4E4F2A-2910-67F7-A40E-3150BB85CEB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51535" y="3778186"/>
                <a:ext cx="41684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6A6ABCC6-EE20-8BFF-0F52-E68AC1F0A6E9}"/>
                  </a:ext>
                </a:extLst>
              </p14:cNvPr>
              <p14:cNvContentPartPr/>
              <p14:nvPr/>
            </p14:nvContentPartPr>
            <p14:xfrm>
              <a:off x="3481975" y="3624466"/>
              <a:ext cx="3151800" cy="174708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6A6ABCC6-EE20-8BFF-0F52-E68AC1F0A6E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28335" y="3516826"/>
                <a:ext cx="3259440" cy="19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7BF2F04F-47A4-B462-F422-8E65D0077BB2}"/>
                  </a:ext>
                </a:extLst>
              </p14:cNvPr>
              <p14:cNvContentPartPr/>
              <p14:nvPr/>
            </p14:nvContentPartPr>
            <p14:xfrm>
              <a:off x="3472255" y="3619066"/>
              <a:ext cx="3292200" cy="18252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7BF2F04F-47A4-B462-F422-8E65D0077B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18615" y="3511426"/>
                <a:ext cx="3399840" cy="20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F7EA759-1EAB-ED32-BD3D-61D8588AA341}"/>
                  </a:ext>
                </a:extLst>
              </p14:cNvPr>
              <p14:cNvContentPartPr/>
              <p14:nvPr/>
            </p14:nvContentPartPr>
            <p14:xfrm>
              <a:off x="3396295" y="3374986"/>
              <a:ext cx="3742920" cy="117072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F7EA759-1EAB-ED32-BD3D-61D8588AA34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42295" y="3266986"/>
                <a:ext cx="3850560" cy="138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1C142BD-7181-091D-1061-BE6AD2233117}"/>
                  </a:ext>
                </a:extLst>
              </p14:cNvPr>
              <p14:cNvContentPartPr/>
              <p14:nvPr/>
            </p14:nvContentPartPr>
            <p14:xfrm>
              <a:off x="7039135" y="3982666"/>
              <a:ext cx="2451240" cy="197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1C142BD-7181-091D-1061-BE6AD223311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33015" y="3976546"/>
                <a:ext cx="2463480" cy="20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E009757-C062-C208-A86E-9E89946C091A}"/>
                  </a:ext>
                </a:extLst>
              </p14:cNvPr>
              <p14:cNvContentPartPr/>
              <p14:nvPr/>
            </p14:nvContentPartPr>
            <p14:xfrm>
              <a:off x="8510815" y="3507106"/>
              <a:ext cx="1783800" cy="150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E009757-C062-C208-A86E-9E89946C091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504695" y="3500986"/>
                <a:ext cx="179604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176FB41-9A7A-06D9-3660-EA868FC26D9B}"/>
                  </a:ext>
                </a:extLst>
              </p14:cNvPr>
              <p14:cNvContentPartPr/>
              <p14:nvPr/>
            </p14:nvContentPartPr>
            <p14:xfrm>
              <a:off x="9388855" y="3980506"/>
              <a:ext cx="886320" cy="88704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176FB41-9A7A-06D9-3660-EA868FC26D9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9382735" y="3974386"/>
                <a:ext cx="898560" cy="899280"/>
              </a:xfrm>
              <a:prstGeom prst="rect">
                <a:avLst/>
              </a:prstGeom>
            </p:spPr>
          </p:pic>
        </mc:Fallback>
      </mc:AlternateContent>
      <p:sp>
        <p:nvSpPr>
          <p:cNvPr id="33" name="Rectangle 32">
            <a:extLst>
              <a:ext uri="{FF2B5EF4-FFF2-40B4-BE49-F238E27FC236}">
                <a16:creationId xmlns:a16="http://schemas.microsoft.com/office/drawing/2014/main" id="{F315536D-44EB-0449-9930-5872B3408B44}"/>
              </a:ext>
            </a:extLst>
          </p:cNvPr>
          <p:cNvSpPr/>
          <p:nvPr/>
        </p:nvSpPr>
        <p:spPr>
          <a:xfrm rot="-1981200">
            <a:off x="7842388" y="4373788"/>
            <a:ext cx="731520" cy="731520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F060DDF9-7DC6-5851-E2DB-439E50A95175}"/>
              </a:ext>
            </a:extLst>
          </p:cNvPr>
          <p:cNvSpPr/>
          <p:nvPr/>
        </p:nvSpPr>
        <p:spPr>
          <a:xfrm rot="-4470600">
            <a:off x="9639961" y="3862603"/>
            <a:ext cx="548640" cy="2560320"/>
          </a:xfrm>
          <a:prstGeom prst="rtTriangle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A0C17FB-93A1-473B-58AB-7297D3EAB761}"/>
              </a:ext>
            </a:extLst>
          </p:cNvPr>
          <p:cNvGrpSpPr/>
          <p:nvPr/>
        </p:nvGrpSpPr>
        <p:grpSpPr>
          <a:xfrm>
            <a:off x="7877575" y="2241346"/>
            <a:ext cx="3919680" cy="2506680"/>
            <a:chOff x="7877575" y="2241346"/>
            <a:chExt cx="3919680" cy="2506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243D2E7-51C4-3088-BB9B-4894C31C2048}"/>
                    </a:ext>
                  </a:extLst>
                </p14:cNvPr>
                <p14:cNvContentPartPr/>
                <p14:nvPr/>
              </p14:nvContentPartPr>
              <p14:xfrm>
                <a:off x="7877575" y="2394346"/>
                <a:ext cx="2494440" cy="129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243D2E7-51C4-3088-BB9B-4894C31C204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871455" y="2388226"/>
                  <a:ext cx="2506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B85A770-DDA0-6D99-A2D0-965BD7C79056}"/>
                    </a:ext>
                  </a:extLst>
                </p14:cNvPr>
                <p14:cNvContentPartPr/>
                <p14:nvPr/>
              </p14:nvContentPartPr>
              <p14:xfrm>
                <a:off x="10532935" y="2804386"/>
                <a:ext cx="236160" cy="15152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B85A770-DDA0-6D99-A2D0-965BD7C7905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526815" y="2798266"/>
                  <a:ext cx="248400" cy="152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BFEC166-7E8B-E089-F533-55E341D47C27}"/>
                    </a:ext>
                  </a:extLst>
                </p14:cNvPr>
                <p14:cNvContentPartPr/>
                <p14:nvPr/>
              </p14:nvContentPartPr>
              <p14:xfrm>
                <a:off x="10063855" y="2936146"/>
                <a:ext cx="1216800" cy="1811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BFEC166-7E8B-E089-F533-55E341D47C2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057735" y="2930026"/>
                  <a:ext cx="1229040" cy="18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2BB8CB3-DB5E-8FA9-5A1D-496BD4C265B1}"/>
                    </a:ext>
                  </a:extLst>
                </p14:cNvPr>
                <p14:cNvContentPartPr/>
                <p14:nvPr/>
              </p14:nvContentPartPr>
              <p14:xfrm>
                <a:off x="10593415" y="2241346"/>
                <a:ext cx="1203840" cy="9090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2BB8CB3-DB5E-8FA9-5A1D-496BD4C265B1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587295" y="2235226"/>
                  <a:ext cx="1216080" cy="921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976B1C26-0EC9-B773-28E0-7F83E7257753}"/>
              </a:ext>
            </a:extLst>
          </p:cNvPr>
          <p:cNvSpPr/>
          <p:nvPr/>
        </p:nvSpPr>
        <p:spPr>
          <a:xfrm rot="1395000">
            <a:off x="201992" y="4886638"/>
            <a:ext cx="1645920" cy="914400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6651298-9A34-6DC7-AC6C-5B7388ECBD27}"/>
              </a:ext>
            </a:extLst>
          </p:cNvPr>
          <p:cNvSpPr/>
          <p:nvPr/>
        </p:nvSpPr>
        <p:spPr>
          <a:xfrm>
            <a:off x="627840" y="5110560"/>
            <a:ext cx="365760" cy="365760"/>
          </a:xfrm>
          <a:prstGeom prst="rect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36A1EAC7-F436-0CF6-FE5B-74217F2033D1}"/>
              </a:ext>
            </a:extLst>
          </p:cNvPr>
          <p:cNvSpPr/>
          <p:nvPr/>
        </p:nvSpPr>
        <p:spPr>
          <a:xfrm>
            <a:off x="1211760" y="5414040"/>
            <a:ext cx="365760" cy="365760"/>
          </a:xfrm>
          <a:prstGeom prst="ellipse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106ADB38-2CE5-037B-A502-181DF9DC4F92}"/>
              </a:ext>
            </a:extLst>
          </p:cNvPr>
          <p:cNvSpPr/>
          <p:nvPr/>
        </p:nvSpPr>
        <p:spPr>
          <a:xfrm>
            <a:off x="1088280" y="5089680"/>
            <a:ext cx="365760" cy="365760"/>
          </a:xfrm>
          <a:custGeom>
            <a:avLst/>
            <a:gdLst>
              <a:gd name="connsiteX0" fmla="*/ 0 w 276120"/>
              <a:gd name="connsiteY0" fmla="*/ 183240 h 276840"/>
              <a:gd name="connsiteX1" fmla="*/ 276120 w 276120"/>
              <a:gd name="connsiteY1" fmla="*/ 276840 h 276840"/>
              <a:gd name="connsiteX2" fmla="*/ 212400 w 276120"/>
              <a:gd name="connsiteY2" fmla="*/ 83520 h 276840"/>
              <a:gd name="connsiteX3" fmla="*/ 71640 w 276120"/>
              <a:gd name="connsiteY3" fmla="*/ 0 h 276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0" t="0" r="0" b="0"/>
            <a:pathLst>
              <a:path w="276120" h="276840">
                <a:moveTo>
                  <a:pt x="0" y="183240"/>
                </a:moveTo>
                <a:lnTo>
                  <a:pt x="276120" y="276840"/>
                </a:lnTo>
                <a:lnTo>
                  <a:pt x="212400" y="83520"/>
                </a:lnTo>
                <a:lnTo>
                  <a:pt x="71640" y="0"/>
                </a:lnTo>
                <a:close/>
              </a:path>
            </a:pathLst>
          </a:cu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7" name="Isosceles Triangle 46">
            <a:extLst>
              <a:ext uri="{FF2B5EF4-FFF2-40B4-BE49-F238E27FC236}">
                <a16:creationId xmlns:a16="http://schemas.microsoft.com/office/drawing/2014/main" id="{03C9D030-FECB-249D-3FAD-C4D356B6638D}"/>
              </a:ext>
            </a:extLst>
          </p:cNvPr>
          <p:cNvSpPr/>
          <p:nvPr/>
        </p:nvSpPr>
        <p:spPr>
          <a:xfrm>
            <a:off x="2110410" y="5675400"/>
            <a:ext cx="731520" cy="548640"/>
          </a:xfrm>
          <a:prstGeom prst="triangle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sp>
        <p:nvSpPr>
          <p:cNvPr id="49" name="Isosceles Triangle 48">
            <a:extLst>
              <a:ext uri="{FF2B5EF4-FFF2-40B4-BE49-F238E27FC236}">
                <a16:creationId xmlns:a16="http://schemas.microsoft.com/office/drawing/2014/main" id="{A2E925C1-3D0D-2165-F09C-34F532F07EEF}"/>
              </a:ext>
            </a:extLst>
          </p:cNvPr>
          <p:cNvSpPr/>
          <p:nvPr/>
        </p:nvSpPr>
        <p:spPr>
          <a:xfrm rot="6717634">
            <a:off x="3397966" y="5556249"/>
            <a:ext cx="548640" cy="548640"/>
          </a:xfrm>
          <a:prstGeom prst="triangle">
            <a:avLst/>
          </a:prstGeom>
          <a:solidFill>
            <a:srgbClr val="000000">
              <a:alpha val="5000"/>
            </a:srgbClr>
          </a:solidFill>
          <a:ln w="126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3FF9947E-4101-DCE4-A53C-2F62C05F1969}"/>
                  </a:ext>
                </a:extLst>
              </p14:cNvPr>
              <p14:cNvContentPartPr/>
              <p14:nvPr/>
            </p14:nvContentPartPr>
            <p14:xfrm>
              <a:off x="4133575" y="5662426"/>
              <a:ext cx="78120" cy="42192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3FF9947E-4101-DCE4-A53C-2F62C05F196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127455" y="5656306"/>
                <a:ext cx="90360" cy="43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AF191579-F951-3EBD-F680-BF7AFF653595}"/>
                  </a:ext>
                </a:extLst>
              </p14:cNvPr>
              <p14:cNvContentPartPr/>
              <p14:nvPr/>
            </p14:nvContentPartPr>
            <p14:xfrm>
              <a:off x="4259575" y="5407186"/>
              <a:ext cx="1137600" cy="6307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AF191579-F951-3EBD-F680-BF7AFF653595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253455" y="5401066"/>
                <a:ext cx="1149840" cy="64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3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D5F1387-89EF-CDAC-998A-79D88828F947}"/>
                  </a:ext>
                </a:extLst>
              </p14:cNvPr>
              <p14:cNvContentPartPr/>
              <p14:nvPr/>
            </p14:nvContentPartPr>
            <p14:xfrm>
              <a:off x="-694745" y="404266"/>
              <a:ext cx="360" cy="3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D5F1387-89EF-CDAC-998A-79D88828F94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-700865" y="398146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40620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266</Words>
  <Application>Microsoft Office PowerPoint</Application>
  <PresentationFormat>Widescreen</PresentationFormat>
  <Paragraphs>92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Algerian</vt:lpstr>
      <vt:lpstr>Arial</vt:lpstr>
      <vt:lpstr>Calibri</vt:lpstr>
      <vt:lpstr>Calibri Light</vt:lpstr>
      <vt:lpstr>Cambria Math</vt:lpstr>
      <vt:lpstr>Office Theme</vt:lpstr>
      <vt:lpstr>Pattern</vt:lpstr>
      <vt:lpstr>Code 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Pattern</dc:title>
  <dc:creator>MisHkaT_uL SiFaT</dc:creator>
  <cp:lastModifiedBy>MisHkaT_uL SiFaT</cp:lastModifiedBy>
  <cp:revision>1</cp:revision>
  <dcterms:created xsi:type="dcterms:W3CDTF">2024-01-16T16:06:25Z</dcterms:created>
  <dcterms:modified xsi:type="dcterms:W3CDTF">2024-02-08T20:24:35Z</dcterms:modified>
</cp:coreProperties>
</file>